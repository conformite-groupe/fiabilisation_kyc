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3"/>
  </p:sldMasterIdLst>
  <p:notesMasterIdLst>
    <p:notesMasterId r:id="rId15"/>
  </p:notesMasterIdLst>
  <p:handoutMasterIdLst>
    <p:handoutMasterId r:id="rId16"/>
  </p:handoutMasterIdLst>
  <p:sldIdLst>
    <p:sldId id="395" r:id="rId4"/>
    <p:sldId id="396" r:id="rId5"/>
    <p:sldId id="397" r:id="rId6"/>
    <p:sldId id="392" r:id="rId7"/>
    <p:sldId id="400" r:id="rId8"/>
    <p:sldId id="390" r:id="rId9"/>
    <p:sldId id="394" r:id="rId10"/>
    <p:sldId id="401" r:id="rId11"/>
    <p:sldId id="398" r:id="rId12"/>
    <p:sldId id="402" r:id="rId13"/>
    <p:sldId id="381"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26F13B6-11C1-5A1A-B7B0-E014F7945E45}" name="Gaelle Guisse" initials="GG" userId="S::gguisse@boaholding.com::8eeb1d98-478b-4d87-b1bf-24f32c04f5d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FBC9"/>
    <a:srgbClr val="F0FAF5"/>
    <a:srgbClr val="00834E"/>
    <a:srgbClr val="F2FB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ADB985-4842-41F4-9181-8FDFF3A23F03}" v="9" dt="2026-04-02T19:49:33.63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31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1.xml"/><Relationship Id="rId21" Type="http://schemas.microsoft.com/office/2016/11/relationships/changesInfo" Target="changesInfos/changesInfo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madou Fallou Sylla" userId="c456aed9-8824-4632-add3-85c26a03832d" providerId="ADAL" clId="{59587479-4389-46B4-BE53-52C117EAA1BD}"/>
    <pc:docChg chg="undo redo custSel addSld delSld modSld sldOrd">
      <pc:chgData name="Mamadou Fallou Sylla" userId="c456aed9-8824-4632-add3-85c26a03832d" providerId="ADAL" clId="{59587479-4389-46B4-BE53-52C117EAA1BD}" dt="2026-04-03T11:41:01.224" v="727" actId="20577"/>
      <pc:docMkLst>
        <pc:docMk/>
      </pc:docMkLst>
      <pc:sldChg chg="modSp mod ord">
        <pc:chgData name="Mamadou Fallou Sylla" userId="c456aed9-8824-4632-add3-85c26a03832d" providerId="ADAL" clId="{59587479-4389-46B4-BE53-52C117EAA1BD}" dt="2026-04-02T19:09:34.870" v="614"/>
        <pc:sldMkLst>
          <pc:docMk/>
          <pc:sldMk cId="1408693461" sldId="381"/>
        </pc:sldMkLst>
        <pc:spChg chg="mod">
          <ac:chgData name="Mamadou Fallou Sylla" userId="c456aed9-8824-4632-add3-85c26a03832d" providerId="ADAL" clId="{59587479-4389-46B4-BE53-52C117EAA1BD}" dt="2026-04-02T19:09:25.079" v="611" actId="6549"/>
          <ac:spMkLst>
            <pc:docMk/>
            <pc:sldMk cId="1408693461" sldId="381"/>
            <ac:spMk id="4" creationId="{00ABDDA3-8F40-6D6E-C23A-9301748FB5C8}"/>
          </ac:spMkLst>
        </pc:spChg>
      </pc:sldChg>
      <pc:sldChg chg="del">
        <pc:chgData name="Mamadou Fallou Sylla" userId="c456aed9-8824-4632-add3-85c26a03832d" providerId="ADAL" clId="{59587479-4389-46B4-BE53-52C117EAA1BD}" dt="2026-04-02T19:06:22.296" v="585" actId="47"/>
        <pc:sldMkLst>
          <pc:docMk/>
          <pc:sldMk cId="4147018391" sldId="384"/>
        </pc:sldMkLst>
      </pc:sldChg>
      <pc:sldChg chg="modSp mod ord">
        <pc:chgData name="Mamadou Fallou Sylla" userId="c456aed9-8824-4632-add3-85c26a03832d" providerId="ADAL" clId="{59587479-4389-46B4-BE53-52C117EAA1BD}" dt="2026-04-03T11:41:01.224" v="727" actId="20577"/>
        <pc:sldMkLst>
          <pc:docMk/>
          <pc:sldMk cId="1802870291" sldId="392"/>
        </pc:sldMkLst>
        <pc:spChg chg="mod">
          <ac:chgData name="Mamadou Fallou Sylla" userId="c456aed9-8824-4632-add3-85c26a03832d" providerId="ADAL" clId="{59587479-4389-46B4-BE53-52C117EAA1BD}" dt="2026-04-03T11:41:01.224" v="727" actId="20577"/>
          <ac:spMkLst>
            <pc:docMk/>
            <pc:sldMk cId="1802870291" sldId="392"/>
            <ac:spMk id="4" creationId="{D3B42E24-F1B1-7A3A-04E0-4F75FA2A0469}"/>
          </ac:spMkLst>
        </pc:spChg>
      </pc:sldChg>
      <pc:sldChg chg="del">
        <pc:chgData name="Mamadou Fallou Sylla" userId="c456aed9-8824-4632-add3-85c26a03832d" providerId="ADAL" clId="{59587479-4389-46B4-BE53-52C117EAA1BD}" dt="2026-04-02T19:06:42.473" v="587" actId="47"/>
        <pc:sldMkLst>
          <pc:docMk/>
          <pc:sldMk cId="2602153587" sldId="393"/>
        </pc:sldMkLst>
      </pc:sldChg>
      <pc:sldChg chg="modSp mod ord">
        <pc:chgData name="Mamadou Fallou Sylla" userId="c456aed9-8824-4632-add3-85c26a03832d" providerId="ADAL" clId="{59587479-4389-46B4-BE53-52C117EAA1BD}" dt="2026-04-02T19:11:58.033" v="677" actId="20577"/>
        <pc:sldMkLst>
          <pc:docMk/>
          <pc:sldMk cId="1143732709" sldId="394"/>
        </pc:sldMkLst>
        <pc:spChg chg="mod">
          <ac:chgData name="Mamadou Fallou Sylla" userId="c456aed9-8824-4632-add3-85c26a03832d" providerId="ADAL" clId="{59587479-4389-46B4-BE53-52C117EAA1BD}" dt="2026-04-02T19:11:58.033" v="677" actId="20577"/>
          <ac:spMkLst>
            <pc:docMk/>
            <pc:sldMk cId="1143732709" sldId="394"/>
            <ac:spMk id="5" creationId="{EA8F7462-A259-90DC-3100-2993BB0C8BCD}"/>
          </ac:spMkLst>
        </pc:spChg>
      </pc:sldChg>
      <pc:sldChg chg="modSp add mod">
        <pc:chgData name="Mamadou Fallou Sylla" userId="c456aed9-8824-4632-add3-85c26a03832d" providerId="ADAL" clId="{59587479-4389-46B4-BE53-52C117EAA1BD}" dt="2026-04-02T19:06:18.336" v="584" actId="20577"/>
        <pc:sldMkLst>
          <pc:docMk/>
          <pc:sldMk cId="2079260812" sldId="395"/>
        </pc:sldMkLst>
        <pc:spChg chg="mod">
          <ac:chgData name="Mamadou Fallou Sylla" userId="c456aed9-8824-4632-add3-85c26a03832d" providerId="ADAL" clId="{59587479-4389-46B4-BE53-52C117EAA1BD}" dt="2026-04-02T19:06:18.336" v="584" actId="20577"/>
          <ac:spMkLst>
            <pc:docMk/>
            <pc:sldMk cId="2079260812" sldId="395"/>
            <ac:spMk id="3" creationId="{60D5721C-7B89-1625-5967-9103E87A61F9}"/>
          </ac:spMkLst>
        </pc:spChg>
      </pc:sldChg>
      <pc:sldChg chg="add">
        <pc:chgData name="Mamadou Fallou Sylla" userId="c456aed9-8824-4632-add3-85c26a03832d" providerId="ADAL" clId="{59587479-4389-46B4-BE53-52C117EAA1BD}" dt="2026-04-02T19:06:40.630" v="586"/>
        <pc:sldMkLst>
          <pc:docMk/>
          <pc:sldMk cId="3726341349" sldId="396"/>
        </pc:sldMkLst>
      </pc:sldChg>
      <pc:sldChg chg="add">
        <pc:chgData name="Mamadou Fallou Sylla" userId="c456aed9-8824-4632-add3-85c26a03832d" providerId="ADAL" clId="{59587479-4389-46B4-BE53-52C117EAA1BD}" dt="2026-04-02T19:07:10.565" v="588"/>
        <pc:sldMkLst>
          <pc:docMk/>
          <pc:sldMk cId="3833350294" sldId="397"/>
        </pc:sldMkLst>
      </pc:sldChg>
      <pc:sldChg chg="delSp modSp add mod ord">
        <pc:chgData name="Mamadou Fallou Sylla" userId="c456aed9-8824-4632-add3-85c26a03832d" providerId="ADAL" clId="{59587479-4389-46B4-BE53-52C117EAA1BD}" dt="2026-04-02T19:35:04.541" v="723" actId="478"/>
        <pc:sldMkLst>
          <pc:docMk/>
          <pc:sldMk cId="3217183617" sldId="398"/>
        </pc:sldMkLst>
        <pc:spChg chg="mod">
          <ac:chgData name="Mamadou Fallou Sylla" userId="c456aed9-8824-4632-add3-85c26a03832d" providerId="ADAL" clId="{59587479-4389-46B4-BE53-52C117EAA1BD}" dt="2026-04-02T19:28:49.891" v="706" actId="20577"/>
          <ac:spMkLst>
            <pc:docMk/>
            <pc:sldMk cId="3217183617" sldId="398"/>
            <ac:spMk id="4" creationId="{41499EE4-294A-CF52-0347-F9604C86375E}"/>
          </ac:spMkLst>
        </pc:spChg>
        <pc:spChg chg="mod">
          <ac:chgData name="Mamadou Fallou Sylla" userId="c456aed9-8824-4632-add3-85c26a03832d" providerId="ADAL" clId="{59587479-4389-46B4-BE53-52C117EAA1BD}" dt="2026-04-02T19:34:56.196" v="720" actId="20577"/>
          <ac:spMkLst>
            <pc:docMk/>
            <pc:sldMk cId="3217183617" sldId="398"/>
            <ac:spMk id="8" creationId="{F3ECF6E3-CB8F-73CD-F408-6A44526053BA}"/>
          </ac:spMkLst>
        </pc:spChg>
        <pc:spChg chg="del mod">
          <ac:chgData name="Mamadou Fallou Sylla" userId="c456aed9-8824-4632-add3-85c26a03832d" providerId="ADAL" clId="{59587479-4389-46B4-BE53-52C117EAA1BD}" dt="2026-04-02T19:28:40.981" v="702" actId="478"/>
          <ac:spMkLst>
            <pc:docMk/>
            <pc:sldMk cId="3217183617" sldId="398"/>
            <ac:spMk id="10" creationId="{FA142AD6-781C-D23B-8628-0D3182FFEDA4}"/>
          </ac:spMkLst>
        </pc:spChg>
        <pc:graphicFrameChg chg="del modGraphic">
          <ac:chgData name="Mamadou Fallou Sylla" userId="c456aed9-8824-4632-add3-85c26a03832d" providerId="ADAL" clId="{59587479-4389-46B4-BE53-52C117EAA1BD}" dt="2026-04-02T19:35:04.541" v="723" actId="478"/>
          <ac:graphicFrameMkLst>
            <pc:docMk/>
            <pc:sldMk cId="3217183617" sldId="398"/>
            <ac:graphicFrameMk id="11" creationId="{03A10BC2-9E3D-C3DD-B03F-24B3EF9B6F64}"/>
          </ac:graphicFrameMkLst>
        </pc:graphicFrameChg>
      </pc:sldChg>
      <pc:sldChg chg="delSp modSp add mod">
        <pc:chgData name="Mamadou Fallou Sylla" userId="c456aed9-8824-4632-add3-85c26a03832d" providerId="ADAL" clId="{59587479-4389-46B4-BE53-52C117EAA1BD}" dt="2026-04-02T19:33:58.280" v="710" actId="20577"/>
        <pc:sldMkLst>
          <pc:docMk/>
          <pc:sldMk cId="2960543571" sldId="400"/>
        </pc:sldMkLst>
        <pc:spChg chg="mod">
          <ac:chgData name="Mamadou Fallou Sylla" userId="c456aed9-8824-4632-add3-85c26a03832d" providerId="ADAL" clId="{59587479-4389-46B4-BE53-52C117EAA1BD}" dt="2026-04-02T19:33:58.280" v="710" actId="20577"/>
          <ac:spMkLst>
            <pc:docMk/>
            <pc:sldMk cId="2960543571" sldId="400"/>
            <ac:spMk id="13" creationId="{CECBABF7-405A-D80E-C972-DC2EBEB80530}"/>
          </ac:spMkLst>
        </pc:spChg>
        <pc:spChg chg="del mod">
          <ac:chgData name="Mamadou Fallou Sylla" userId="c456aed9-8824-4632-add3-85c26a03832d" providerId="ADAL" clId="{59587479-4389-46B4-BE53-52C117EAA1BD}" dt="2026-04-02T19:28:14.722" v="690" actId="478"/>
          <ac:spMkLst>
            <pc:docMk/>
            <pc:sldMk cId="2960543571" sldId="400"/>
            <ac:spMk id="14" creationId="{4F3862A9-F24B-A237-75ED-CC17E5E2C278}"/>
          </ac:spMkLst>
        </pc:spChg>
      </pc:sldChg>
      <pc:sldChg chg="delSp add mod">
        <pc:chgData name="Mamadou Fallou Sylla" userId="c456aed9-8824-4632-add3-85c26a03832d" providerId="ADAL" clId="{59587479-4389-46B4-BE53-52C117EAA1BD}" dt="2026-04-02T19:35:22.530" v="724" actId="478"/>
        <pc:sldMkLst>
          <pc:docMk/>
          <pc:sldMk cId="2790857633" sldId="401"/>
        </pc:sldMkLst>
        <pc:spChg chg="del">
          <ac:chgData name="Mamadou Fallou Sylla" userId="c456aed9-8824-4632-add3-85c26a03832d" providerId="ADAL" clId="{59587479-4389-46B4-BE53-52C117EAA1BD}" dt="2026-04-02T19:28:36.954" v="700" actId="478"/>
          <ac:spMkLst>
            <pc:docMk/>
            <pc:sldMk cId="2790857633" sldId="401"/>
            <ac:spMk id="10" creationId="{C43BAFF5-8D2D-1FC4-E3CA-76EF78A24A03}"/>
          </ac:spMkLst>
        </pc:spChg>
        <pc:graphicFrameChg chg="del">
          <ac:chgData name="Mamadou Fallou Sylla" userId="c456aed9-8824-4632-add3-85c26a03832d" providerId="ADAL" clId="{59587479-4389-46B4-BE53-52C117EAA1BD}" dt="2026-04-02T19:35:22.530" v="724" actId="478"/>
          <ac:graphicFrameMkLst>
            <pc:docMk/>
            <pc:sldMk cId="2790857633" sldId="401"/>
            <ac:graphicFrameMk id="8" creationId="{6DEB0BCF-97B7-2666-699C-493612C0D8A0}"/>
          </ac:graphicFrameMkLst>
        </pc:graphicFrameChg>
        <pc:graphicFrameChg chg="del">
          <ac:chgData name="Mamadou Fallou Sylla" userId="c456aed9-8824-4632-add3-85c26a03832d" providerId="ADAL" clId="{59587479-4389-46B4-BE53-52C117EAA1BD}" dt="2026-04-02T19:35:22.530" v="724" actId="478"/>
          <ac:graphicFrameMkLst>
            <pc:docMk/>
            <pc:sldMk cId="2790857633" sldId="401"/>
            <ac:graphicFrameMk id="13" creationId="{00000000-0000-0000-0000-000000000000}"/>
          </ac:graphicFrameMkLst>
        </pc:graphicFrameChg>
      </pc:sldChg>
      <pc:sldChg chg="delSp modSp add mod">
        <pc:chgData name="Mamadou Fallou Sylla" userId="c456aed9-8824-4632-add3-85c26a03832d" providerId="ADAL" clId="{59587479-4389-46B4-BE53-52C117EAA1BD}" dt="2026-04-02T19:10:00.819" v="629"/>
        <pc:sldMkLst>
          <pc:docMk/>
          <pc:sldMk cId="3757852422" sldId="402"/>
        </pc:sldMkLst>
        <pc:spChg chg="mod">
          <ac:chgData name="Mamadou Fallou Sylla" userId="c456aed9-8824-4632-add3-85c26a03832d" providerId="ADAL" clId="{59587479-4389-46B4-BE53-52C117EAA1BD}" dt="2026-04-02T19:09:54.025" v="628" actId="20577"/>
          <ac:spMkLst>
            <pc:docMk/>
            <pc:sldMk cId="3757852422" sldId="402"/>
            <ac:spMk id="7" creationId="{0742FD92-9FDE-51BD-B1AE-9C121572829D}"/>
          </ac:spMkLst>
        </pc:spChg>
        <pc:spChg chg="mod">
          <ac:chgData name="Mamadou Fallou Sylla" userId="c456aed9-8824-4632-add3-85c26a03832d" providerId="ADAL" clId="{59587479-4389-46B4-BE53-52C117EAA1BD}" dt="2026-04-02T19:10:00.819" v="629"/>
          <ac:spMkLst>
            <pc:docMk/>
            <pc:sldMk cId="3757852422" sldId="402"/>
            <ac:spMk id="9" creationId="{98F971D5-77E7-43CE-FCD5-7D81825D5880}"/>
          </ac:spMkLst>
        </pc:spChg>
        <pc:graphicFrameChg chg="del">
          <ac:chgData name="Mamadou Fallou Sylla" userId="c456aed9-8824-4632-add3-85c26a03832d" providerId="ADAL" clId="{59587479-4389-46B4-BE53-52C117EAA1BD}" dt="2026-04-02T19:09:38.637" v="615" actId="478"/>
          <ac:graphicFrameMkLst>
            <pc:docMk/>
            <pc:sldMk cId="3757852422" sldId="402"/>
            <ac:graphicFrameMk id="11" creationId="{B2DB4B08-421C-51EB-1A00-FFDFE1A69E94}"/>
          </ac:graphicFrameMkLst>
        </pc:graphicFrameChg>
        <pc:graphicFrameChg chg="del">
          <ac:chgData name="Mamadou Fallou Sylla" userId="c456aed9-8824-4632-add3-85c26a03832d" providerId="ADAL" clId="{59587479-4389-46B4-BE53-52C117EAA1BD}" dt="2026-04-02T19:09:38.637" v="615" actId="478"/>
          <ac:graphicFrameMkLst>
            <pc:docMk/>
            <pc:sldMk cId="3757852422" sldId="402"/>
            <ac:graphicFrameMk id="12" creationId="{20696668-D31C-9BA2-18D9-807429F37968}"/>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B4653E-D3BF-4330-BB1E-7E40BC4D06A2}" type="doc">
      <dgm:prSet loTypeId="urn:microsoft.com/office/officeart/2005/8/layout/equation2" loCatId="process" qsTypeId="urn:microsoft.com/office/officeart/2005/8/quickstyle/simple1" qsCatId="simple" csTypeId="urn:microsoft.com/office/officeart/2005/8/colors/accent1_2" csCatId="accent1" phldr="1"/>
      <dgm:spPr/>
      <dgm:t>
        <a:bodyPr/>
        <a:lstStyle/>
        <a:p>
          <a:endParaRPr lang="fr-SN"/>
        </a:p>
      </dgm:t>
    </dgm:pt>
    <dgm:pt modelId="{7CC47D6E-940D-439C-B06A-C4C0F95040C6}">
      <dgm:prSet phldrT="[Texte]" phldr="0">
        <dgm:style>
          <a:lnRef idx="0">
            <a:scrgbClr r="0" g="0" b="0"/>
          </a:lnRef>
          <a:fillRef idx="0">
            <a:scrgbClr r="0" g="0" b="0"/>
          </a:fillRef>
          <a:effectRef idx="0">
            <a:scrgbClr r="0" g="0" b="0"/>
          </a:effectRef>
          <a:fontRef idx="minor">
            <a:schemeClr val="accent5"/>
          </a:fontRef>
        </dgm:style>
      </dgm:prSet>
      <dgm:spPr>
        <a:noFill/>
        <a:ln>
          <a:noFill/>
        </a:ln>
      </dgm:spPr>
      <dgm:t>
        <a:bodyPr/>
        <a:lstStyle/>
        <a:p>
          <a:r>
            <a:rPr lang="fr-FR" b="1" dirty="0">
              <a:solidFill>
                <a:schemeClr val="tx1"/>
              </a:solidFill>
            </a:rPr>
            <a:t>Complétude</a:t>
          </a:r>
          <a:endParaRPr lang="fr-SN" b="1" dirty="0">
            <a:solidFill>
              <a:schemeClr val="tx1"/>
            </a:solidFill>
          </a:endParaRPr>
        </a:p>
      </dgm:t>
    </dgm:pt>
    <dgm:pt modelId="{A476B9B2-EE30-4FCB-9DE6-54DAD668416C}" type="parTrans" cxnId="{1A1883C4-893D-40B4-AEBF-217E7A61323F}">
      <dgm:prSet/>
      <dgm:spPr/>
      <dgm:t>
        <a:bodyPr/>
        <a:lstStyle/>
        <a:p>
          <a:endParaRPr lang="fr-SN"/>
        </a:p>
      </dgm:t>
    </dgm:pt>
    <dgm:pt modelId="{18910D7A-7DD6-4BA0-89D2-8867C3A8BBDB}" type="sibTrans" cxnId="{1A1883C4-893D-40B4-AEBF-217E7A61323F}">
      <dgm:prSet/>
      <dgm:spPr>
        <a:solidFill>
          <a:schemeClr val="accent6">
            <a:lumMod val="20000"/>
            <a:lumOff val="80000"/>
          </a:schemeClr>
        </a:solidFill>
      </dgm:spPr>
      <dgm:t>
        <a:bodyPr/>
        <a:lstStyle/>
        <a:p>
          <a:endParaRPr lang="fr-SN"/>
        </a:p>
      </dgm:t>
    </dgm:pt>
    <dgm:pt modelId="{2A29E85B-46B7-4A8E-A8BD-EFA26E2E6B74}">
      <dgm:prSet phldrT="[Texte]" phldr="0" custT="1">
        <dgm:style>
          <a:lnRef idx="0">
            <a:scrgbClr r="0" g="0" b="0"/>
          </a:lnRef>
          <a:fillRef idx="0">
            <a:scrgbClr r="0" g="0" b="0"/>
          </a:fillRef>
          <a:effectRef idx="0">
            <a:scrgbClr r="0" g="0" b="0"/>
          </a:effectRef>
          <a:fontRef idx="minor">
            <a:schemeClr val="accent5"/>
          </a:fontRef>
        </dgm:style>
      </dgm:prSet>
      <dgm:spPr>
        <a:noFill/>
        <a:ln>
          <a:noFill/>
        </a:ln>
      </dgm:spPr>
      <dgm:t>
        <a:bodyPr/>
        <a:lstStyle/>
        <a:p>
          <a:r>
            <a:rPr lang="fr-FR" sz="900" b="1" kern="1200" dirty="0">
              <a:solidFill>
                <a:schemeClr val="tx1"/>
              </a:solidFill>
              <a:latin typeface="Aptos" panose="02110004020202020204"/>
              <a:ea typeface="+mn-ea"/>
              <a:cs typeface="+mn-cs"/>
            </a:rPr>
            <a:t>Non-anomalie</a:t>
          </a:r>
          <a:endParaRPr lang="fr-SN" sz="900" b="1" kern="1200" dirty="0">
            <a:solidFill>
              <a:schemeClr val="tx1"/>
            </a:solidFill>
            <a:latin typeface="Aptos" panose="02110004020202020204"/>
            <a:ea typeface="+mn-ea"/>
            <a:cs typeface="+mn-cs"/>
          </a:endParaRPr>
        </a:p>
      </dgm:t>
    </dgm:pt>
    <dgm:pt modelId="{D13028F3-D71C-4FF4-B9A9-3AB7DFAD80A7}" type="parTrans" cxnId="{306DA903-C83A-406B-BEDE-4C66DE9D6727}">
      <dgm:prSet/>
      <dgm:spPr/>
      <dgm:t>
        <a:bodyPr/>
        <a:lstStyle/>
        <a:p>
          <a:endParaRPr lang="fr-SN"/>
        </a:p>
      </dgm:t>
    </dgm:pt>
    <dgm:pt modelId="{B5ACDDB6-DA12-43A6-8259-D228BCAF9B15}" type="sibTrans" cxnId="{306DA903-C83A-406B-BEDE-4C66DE9D6727}">
      <dgm:prSet/>
      <dgm:spPr>
        <a:solidFill>
          <a:schemeClr val="accent6">
            <a:lumMod val="20000"/>
            <a:lumOff val="80000"/>
          </a:schemeClr>
        </a:solidFill>
      </dgm:spPr>
      <dgm:t>
        <a:bodyPr/>
        <a:lstStyle/>
        <a:p>
          <a:endParaRPr lang="fr-SN"/>
        </a:p>
      </dgm:t>
    </dgm:pt>
    <dgm:pt modelId="{AB58D6D2-07F8-4872-AD32-FB83906DC75B}">
      <dgm:prSet phldrT="[Texte]" phldr="0">
        <dgm:style>
          <a:lnRef idx="0">
            <a:scrgbClr r="0" g="0" b="0"/>
          </a:lnRef>
          <a:fillRef idx="0">
            <a:scrgbClr r="0" g="0" b="0"/>
          </a:fillRef>
          <a:effectRef idx="0">
            <a:scrgbClr r="0" g="0" b="0"/>
          </a:effectRef>
          <a:fontRef idx="minor">
            <a:schemeClr val="accent5"/>
          </a:fontRef>
        </dgm:style>
      </dgm:prSet>
      <dgm:spPr>
        <a:noFill/>
        <a:ln>
          <a:noFill/>
        </a:ln>
      </dgm:spPr>
      <dgm:t>
        <a:bodyPr/>
        <a:lstStyle/>
        <a:p>
          <a:r>
            <a:rPr lang="fr-FR" b="1" dirty="0">
              <a:solidFill>
                <a:schemeClr val="tx1"/>
              </a:solidFill>
            </a:rPr>
            <a:t>Note Contrôle permanent</a:t>
          </a:r>
          <a:endParaRPr lang="fr-SN" b="1" dirty="0">
            <a:solidFill>
              <a:schemeClr val="tx1"/>
            </a:solidFill>
          </a:endParaRPr>
        </a:p>
      </dgm:t>
    </dgm:pt>
    <dgm:pt modelId="{8D84176D-E0DF-44DF-8D03-25551A4D0644}" type="parTrans" cxnId="{B66D00C6-7217-4013-97B6-94656C673F51}">
      <dgm:prSet/>
      <dgm:spPr/>
      <dgm:t>
        <a:bodyPr/>
        <a:lstStyle/>
        <a:p>
          <a:endParaRPr lang="fr-SN"/>
        </a:p>
      </dgm:t>
    </dgm:pt>
    <dgm:pt modelId="{2BF0DFA6-8FA7-4414-8816-1F7013CCB8BA}" type="sibTrans" cxnId="{B66D00C6-7217-4013-97B6-94656C673F51}">
      <dgm:prSet/>
      <dgm:spPr>
        <a:solidFill>
          <a:srgbClr val="D7FBC9"/>
        </a:solidFill>
      </dgm:spPr>
      <dgm:t>
        <a:bodyPr/>
        <a:lstStyle/>
        <a:p>
          <a:endParaRPr lang="fr-SN"/>
        </a:p>
      </dgm:t>
    </dgm:pt>
    <dgm:pt modelId="{6C8F4B90-66F6-47D7-8AB5-2A27F80F2CFC}">
      <dgm:prSet phldrT="[Texte]" phldr="1"/>
      <dgm:spPr>
        <a:noFill/>
      </dgm:spPr>
      <dgm:t>
        <a:bodyPr/>
        <a:lstStyle/>
        <a:p>
          <a:endParaRPr lang="fr-SN" dirty="0"/>
        </a:p>
      </dgm:t>
    </dgm:pt>
    <dgm:pt modelId="{E35935F7-0370-4D37-BC0C-BC2CC0862FEE}" type="sibTrans" cxnId="{82D1C209-06F6-4F5C-9E3A-7F36292DA46C}">
      <dgm:prSet/>
      <dgm:spPr/>
      <dgm:t>
        <a:bodyPr/>
        <a:lstStyle/>
        <a:p>
          <a:endParaRPr lang="fr-SN"/>
        </a:p>
      </dgm:t>
    </dgm:pt>
    <dgm:pt modelId="{495F5C0F-FE04-41C8-9714-03BF31150447}" type="parTrans" cxnId="{82D1C209-06F6-4F5C-9E3A-7F36292DA46C}">
      <dgm:prSet/>
      <dgm:spPr/>
      <dgm:t>
        <a:bodyPr/>
        <a:lstStyle/>
        <a:p>
          <a:endParaRPr lang="fr-SN"/>
        </a:p>
      </dgm:t>
    </dgm:pt>
    <dgm:pt modelId="{7D8A0B78-F164-46DA-8A5F-0CE3730B00B3}" type="pres">
      <dgm:prSet presAssocID="{36B4653E-D3BF-4330-BB1E-7E40BC4D06A2}" presName="Name0" presStyleCnt="0">
        <dgm:presLayoutVars>
          <dgm:dir/>
          <dgm:resizeHandles val="exact"/>
        </dgm:presLayoutVars>
      </dgm:prSet>
      <dgm:spPr/>
    </dgm:pt>
    <dgm:pt modelId="{98BA3449-2898-4C38-BF05-30576A4D4E8E}" type="pres">
      <dgm:prSet presAssocID="{36B4653E-D3BF-4330-BB1E-7E40BC4D06A2}" presName="vNodes" presStyleCnt="0"/>
      <dgm:spPr/>
    </dgm:pt>
    <dgm:pt modelId="{228207C3-A44E-4269-B71F-63EE30A85733}" type="pres">
      <dgm:prSet presAssocID="{7CC47D6E-940D-439C-B06A-C4C0F95040C6}" presName="node" presStyleLbl="node1" presStyleIdx="0" presStyleCnt="4">
        <dgm:presLayoutVars>
          <dgm:bulletEnabled val="1"/>
        </dgm:presLayoutVars>
      </dgm:prSet>
      <dgm:spPr/>
    </dgm:pt>
    <dgm:pt modelId="{43256999-E6CD-4F6C-95CB-9BBAAFB96FDB}" type="pres">
      <dgm:prSet presAssocID="{18910D7A-7DD6-4BA0-89D2-8867C3A8BBDB}" presName="spacerT" presStyleCnt="0"/>
      <dgm:spPr/>
    </dgm:pt>
    <dgm:pt modelId="{56F5FC0A-BC47-40B2-8CC6-9FF0F5FA7B9E}" type="pres">
      <dgm:prSet presAssocID="{18910D7A-7DD6-4BA0-89D2-8867C3A8BBDB}" presName="sibTrans" presStyleLbl="sibTrans2D1" presStyleIdx="0" presStyleCnt="3"/>
      <dgm:spPr/>
    </dgm:pt>
    <dgm:pt modelId="{E56289B3-4FF2-485E-8393-97BA39D20FF4}" type="pres">
      <dgm:prSet presAssocID="{18910D7A-7DD6-4BA0-89D2-8867C3A8BBDB}" presName="spacerB" presStyleCnt="0"/>
      <dgm:spPr/>
    </dgm:pt>
    <dgm:pt modelId="{CA444F5A-69F3-4930-B69A-7E93C0B688FE}" type="pres">
      <dgm:prSet presAssocID="{2A29E85B-46B7-4A8E-A8BD-EFA26E2E6B74}" presName="node" presStyleLbl="node1" presStyleIdx="1" presStyleCnt="4">
        <dgm:presLayoutVars>
          <dgm:bulletEnabled val="1"/>
        </dgm:presLayoutVars>
      </dgm:prSet>
      <dgm:spPr/>
    </dgm:pt>
    <dgm:pt modelId="{61B22A99-D719-4471-8459-0A8526FDC958}" type="pres">
      <dgm:prSet presAssocID="{B5ACDDB6-DA12-43A6-8259-D228BCAF9B15}" presName="spacerT" presStyleCnt="0"/>
      <dgm:spPr/>
    </dgm:pt>
    <dgm:pt modelId="{9743132F-B892-4500-92EF-1CDBC8510257}" type="pres">
      <dgm:prSet presAssocID="{B5ACDDB6-DA12-43A6-8259-D228BCAF9B15}" presName="sibTrans" presStyleLbl="sibTrans2D1" presStyleIdx="1" presStyleCnt="3"/>
      <dgm:spPr/>
    </dgm:pt>
    <dgm:pt modelId="{213F067B-5921-48BD-95CC-5A740D9D558F}" type="pres">
      <dgm:prSet presAssocID="{B5ACDDB6-DA12-43A6-8259-D228BCAF9B15}" presName="spacerB" presStyleCnt="0"/>
      <dgm:spPr/>
    </dgm:pt>
    <dgm:pt modelId="{84784143-2D4D-42B0-B968-A0F28D672C33}" type="pres">
      <dgm:prSet presAssocID="{AB58D6D2-07F8-4872-AD32-FB83906DC75B}" presName="node" presStyleLbl="node1" presStyleIdx="2" presStyleCnt="4">
        <dgm:presLayoutVars>
          <dgm:bulletEnabled val="1"/>
        </dgm:presLayoutVars>
      </dgm:prSet>
      <dgm:spPr/>
    </dgm:pt>
    <dgm:pt modelId="{0E387D34-BDB8-45D9-BF38-5336AD243F0F}" type="pres">
      <dgm:prSet presAssocID="{36B4653E-D3BF-4330-BB1E-7E40BC4D06A2}" presName="sibTransLast" presStyleLbl="sibTrans2D1" presStyleIdx="2" presStyleCnt="3" custScaleY="62315"/>
      <dgm:spPr/>
    </dgm:pt>
    <dgm:pt modelId="{17C80782-E757-4A38-BB39-68B1FDB6B8AA}" type="pres">
      <dgm:prSet presAssocID="{36B4653E-D3BF-4330-BB1E-7E40BC4D06A2}" presName="connectorText" presStyleLbl="sibTrans2D1" presStyleIdx="2" presStyleCnt="3"/>
      <dgm:spPr/>
    </dgm:pt>
    <dgm:pt modelId="{6954F1E7-B25C-4DCB-A732-848B05C71570}" type="pres">
      <dgm:prSet presAssocID="{36B4653E-D3BF-4330-BB1E-7E40BC4D06A2}" presName="lastNode" presStyleLbl="node1" presStyleIdx="3" presStyleCnt="4">
        <dgm:presLayoutVars>
          <dgm:bulletEnabled val="1"/>
        </dgm:presLayoutVars>
      </dgm:prSet>
      <dgm:spPr/>
    </dgm:pt>
  </dgm:ptLst>
  <dgm:cxnLst>
    <dgm:cxn modelId="{306DA903-C83A-406B-BEDE-4C66DE9D6727}" srcId="{36B4653E-D3BF-4330-BB1E-7E40BC4D06A2}" destId="{2A29E85B-46B7-4A8E-A8BD-EFA26E2E6B74}" srcOrd="1" destOrd="0" parTransId="{D13028F3-D71C-4FF4-B9A9-3AB7DFAD80A7}" sibTransId="{B5ACDDB6-DA12-43A6-8259-D228BCAF9B15}"/>
    <dgm:cxn modelId="{82D1C209-06F6-4F5C-9E3A-7F36292DA46C}" srcId="{36B4653E-D3BF-4330-BB1E-7E40BC4D06A2}" destId="{6C8F4B90-66F6-47D7-8AB5-2A27F80F2CFC}" srcOrd="3" destOrd="0" parTransId="{495F5C0F-FE04-41C8-9714-03BF31150447}" sibTransId="{E35935F7-0370-4D37-BC0C-BC2CC0862FEE}"/>
    <dgm:cxn modelId="{AE507614-008A-41CB-A0F7-C86F854581D2}" type="presOf" srcId="{18910D7A-7DD6-4BA0-89D2-8867C3A8BBDB}" destId="{56F5FC0A-BC47-40B2-8CC6-9FF0F5FA7B9E}" srcOrd="0" destOrd="0" presId="urn:microsoft.com/office/officeart/2005/8/layout/equation2"/>
    <dgm:cxn modelId="{5C77FB37-5A4F-445A-A8A6-821176A79838}" type="presOf" srcId="{36B4653E-D3BF-4330-BB1E-7E40BC4D06A2}" destId="{7D8A0B78-F164-46DA-8A5F-0CE3730B00B3}" srcOrd="0" destOrd="0" presId="urn:microsoft.com/office/officeart/2005/8/layout/equation2"/>
    <dgm:cxn modelId="{25A2043B-E750-4179-9B93-20BD0A5307D1}" type="presOf" srcId="{B5ACDDB6-DA12-43A6-8259-D228BCAF9B15}" destId="{9743132F-B892-4500-92EF-1CDBC8510257}" srcOrd="0" destOrd="0" presId="urn:microsoft.com/office/officeart/2005/8/layout/equation2"/>
    <dgm:cxn modelId="{AE4C4B7D-07FF-40A7-8A71-DCA42FB4DE2F}" type="presOf" srcId="{2A29E85B-46B7-4A8E-A8BD-EFA26E2E6B74}" destId="{CA444F5A-69F3-4930-B69A-7E93C0B688FE}" srcOrd="0" destOrd="0" presId="urn:microsoft.com/office/officeart/2005/8/layout/equation2"/>
    <dgm:cxn modelId="{059E3191-25C3-4C6E-A1B9-CC70AAEA0CAA}" type="presOf" srcId="{AB58D6D2-07F8-4872-AD32-FB83906DC75B}" destId="{84784143-2D4D-42B0-B968-A0F28D672C33}" srcOrd="0" destOrd="0" presId="urn:microsoft.com/office/officeart/2005/8/layout/equation2"/>
    <dgm:cxn modelId="{CC92E6A0-56AA-496F-AA6B-380648BE8C57}" type="presOf" srcId="{6C8F4B90-66F6-47D7-8AB5-2A27F80F2CFC}" destId="{6954F1E7-B25C-4DCB-A732-848B05C71570}" srcOrd="0" destOrd="0" presId="urn:microsoft.com/office/officeart/2005/8/layout/equation2"/>
    <dgm:cxn modelId="{1A1883C4-893D-40B4-AEBF-217E7A61323F}" srcId="{36B4653E-D3BF-4330-BB1E-7E40BC4D06A2}" destId="{7CC47D6E-940D-439C-B06A-C4C0F95040C6}" srcOrd="0" destOrd="0" parTransId="{A476B9B2-EE30-4FCB-9DE6-54DAD668416C}" sibTransId="{18910D7A-7DD6-4BA0-89D2-8867C3A8BBDB}"/>
    <dgm:cxn modelId="{B66D00C6-7217-4013-97B6-94656C673F51}" srcId="{36B4653E-D3BF-4330-BB1E-7E40BC4D06A2}" destId="{AB58D6D2-07F8-4872-AD32-FB83906DC75B}" srcOrd="2" destOrd="0" parTransId="{8D84176D-E0DF-44DF-8D03-25551A4D0644}" sibTransId="{2BF0DFA6-8FA7-4414-8816-1F7013CCB8BA}"/>
    <dgm:cxn modelId="{CB015DD6-3E8C-4E19-91BA-A2584412CFA2}" type="presOf" srcId="{2BF0DFA6-8FA7-4414-8816-1F7013CCB8BA}" destId="{0E387D34-BDB8-45D9-BF38-5336AD243F0F}" srcOrd="0" destOrd="0" presId="urn:microsoft.com/office/officeart/2005/8/layout/equation2"/>
    <dgm:cxn modelId="{E04B87E5-F4EE-45A0-8361-8FFCF207FB59}" type="presOf" srcId="{2BF0DFA6-8FA7-4414-8816-1F7013CCB8BA}" destId="{17C80782-E757-4A38-BB39-68B1FDB6B8AA}" srcOrd="1" destOrd="0" presId="urn:microsoft.com/office/officeart/2005/8/layout/equation2"/>
    <dgm:cxn modelId="{EF4DDEF2-6100-4FD5-B35B-9487AC5C53B2}" type="presOf" srcId="{7CC47D6E-940D-439C-B06A-C4C0F95040C6}" destId="{228207C3-A44E-4269-B71F-63EE30A85733}" srcOrd="0" destOrd="0" presId="urn:microsoft.com/office/officeart/2005/8/layout/equation2"/>
    <dgm:cxn modelId="{771CF060-F72D-46C1-9B3D-713ADE584FB0}" type="presParOf" srcId="{7D8A0B78-F164-46DA-8A5F-0CE3730B00B3}" destId="{98BA3449-2898-4C38-BF05-30576A4D4E8E}" srcOrd="0" destOrd="0" presId="urn:microsoft.com/office/officeart/2005/8/layout/equation2"/>
    <dgm:cxn modelId="{1DDF1F22-CCE3-48EA-998D-FF77CE38652F}" type="presParOf" srcId="{98BA3449-2898-4C38-BF05-30576A4D4E8E}" destId="{228207C3-A44E-4269-B71F-63EE30A85733}" srcOrd="0" destOrd="0" presId="urn:microsoft.com/office/officeart/2005/8/layout/equation2"/>
    <dgm:cxn modelId="{238B6226-AD1F-4324-9AA9-02F760BE787A}" type="presParOf" srcId="{98BA3449-2898-4C38-BF05-30576A4D4E8E}" destId="{43256999-E6CD-4F6C-95CB-9BBAAFB96FDB}" srcOrd="1" destOrd="0" presId="urn:microsoft.com/office/officeart/2005/8/layout/equation2"/>
    <dgm:cxn modelId="{61B1F0D1-2585-48D4-9996-7FA57FCE2B0E}" type="presParOf" srcId="{98BA3449-2898-4C38-BF05-30576A4D4E8E}" destId="{56F5FC0A-BC47-40B2-8CC6-9FF0F5FA7B9E}" srcOrd="2" destOrd="0" presId="urn:microsoft.com/office/officeart/2005/8/layout/equation2"/>
    <dgm:cxn modelId="{DDD95083-A41F-4F75-9127-4BADDF3664B1}" type="presParOf" srcId="{98BA3449-2898-4C38-BF05-30576A4D4E8E}" destId="{E56289B3-4FF2-485E-8393-97BA39D20FF4}" srcOrd="3" destOrd="0" presId="urn:microsoft.com/office/officeart/2005/8/layout/equation2"/>
    <dgm:cxn modelId="{F7DDC87C-2030-427C-85EA-A9C5AEC12531}" type="presParOf" srcId="{98BA3449-2898-4C38-BF05-30576A4D4E8E}" destId="{CA444F5A-69F3-4930-B69A-7E93C0B688FE}" srcOrd="4" destOrd="0" presId="urn:microsoft.com/office/officeart/2005/8/layout/equation2"/>
    <dgm:cxn modelId="{73670978-77E0-41A6-B6B4-71EA34982F98}" type="presParOf" srcId="{98BA3449-2898-4C38-BF05-30576A4D4E8E}" destId="{61B22A99-D719-4471-8459-0A8526FDC958}" srcOrd="5" destOrd="0" presId="urn:microsoft.com/office/officeart/2005/8/layout/equation2"/>
    <dgm:cxn modelId="{675D8D56-1E0C-4C79-AD38-4E656B2B8D7A}" type="presParOf" srcId="{98BA3449-2898-4C38-BF05-30576A4D4E8E}" destId="{9743132F-B892-4500-92EF-1CDBC8510257}" srcOrd="6" destOrd="0" presId="urn:microsoft.com/office/officeart/2005/8/layout/equation2"/>
    <dgm:cxn modelId="{C75F2BCC-55AB-4470-B459-04D48DD59F0C}" type="presParOf" srcId="{98BA3449-2898-4C38-BF05-30576A4D4E8E}" destId="{213F067B-5921-48BD-95CC-5A740D9D558F}" srcOrd="7" destOrd="0" presId="urn:microsoft.com/office/officeart/2005/8/layout/equation2"/>
    <dgm:cxn modelId="{6A176C51-D0F7-4235-9B4A-3DE32E184F2B}" type="presParOf" srcId="{98BA3449-2898-4C38-BF05-30576A4D4E8E}" destId="{84784143-2D4D-42B0-B968-A0F28D672C33}" srcOrd="8" destOrd="0" presId="urn:microsoft.com/office/officeart/2005/8/layout/equation2"/>
    <dgm:cxn modelId="{2CEA9D38-837C-49AA-AF80-D4BBB928D5A4}" type="presParOf" srcId="{7D8A0B78-F164-46DA-8A5F-0CE3730B00B3}" destId="{0E387D34-BDB8-45D9-BF38-5336AD243F0F}" srcOrd="1" destOrd="0" presId="urn:microsoft.com/office/officeart/2005/8/layout/equation2"/>
    <dgm:cxn modelId="{C17AF61C-3895-4D50-894E-7195E786F059}" type="presParOf" srcId="{0E387D34-BDB8-45D9-BF38-5336AD243F0F}" destId="{17C80782-E757-4A38-BB39-68B1FDB6B8AA}" srcOrd="0" destOrd="0" presId="urn:microsoft.com/office/officeart/2005/8/layout/equation2"/>
    <dgm:cxn modelId="{61AB10CB-B52B-48A8-AF8B-DCE1207AEF56}" type="presParOf" srcId="{7D8A0B78-F164-46DA-8A5F-0CE3730B00B3}" destId="{6954F1E7-B25C-4DCB-A732-848B05C71570}" srcOrd="2" destOrd="0" presId="urn:microsoft.com/office/officeart/2005/8/layout/equati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8207C3-A44E-4269-B71F-63EE30A85733}">
      <dsp:nvSpPr>
        <dsp:cNvPr id="0" name=""/>
        <dsp:cNvSpPr/>
      </dsp:nvSpPr>
      <dsp:spPr>
        <a:xfrm>
          <a:off x="1323793" y="1970"/>
          <a:ext cx="915713" cy="915713"/>
        </a:xfrm>
        <a:prstGeom prst="ellipse">
          <a:avLst/>
        </a:prstGeom>
        <a:noFill/>
        <a:ln>
          <a:noFill/>
        </a:ln>
        <a:effectLst/>
      </dsp:spPr>
      <dsp:style>
        <a:lnRef idx="0">
          <a:scrgbClr r="0" g="0" b="0"/>
        </a:lnRef>
        <a:fillRef idx="0">
          <a:scrgbClr r="0" g="0" b="0"/>
        </a:fillRef>
        <a:effectRef idx="0">
          <a:scrgbClr r="0" g="0" b="0"/>
        </a:effectRef>
        <a:fontRef idx="minor">
          <a:schemeClr val="accent5"/>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b="1" kern="1200" dirty="0">
              <a:solidFill>
                <a:schemeClr val="tx1"/>
              </a:solidFill>
            </a:rPr>
            <a:t>Complétude</a:t>
          </a:r>
          <a:endParaRPr lang="fr-SN" sz="800" b="1" kern="1200" dirty="0">
            <a:solidFill>
              <a:schemeClr val="tx1"/>
            </a:solidFill>
          </a:endParaRPr>
        </a:p>
      </dsp:txBody>
      <dsp:txXfrm>
        <a:off x="1457896" y="136073"/>
        <a:ext cx="647507" cy="647507"/>
      </dsp:txXfrm>
    </dsp:sp>
    <dsp:sp modelId="{56F5FC0A-BC47-40B2-8CC6-9FF0F5FA7B9E}">
      <dsp:nvSpPr>
        <dsp:cNvPr id="0" name=""/>
        <dsp:cNvSpPr/>
      </dsp:nvSpPr>
      <dsp:spPr>
        <a:xfrm>
          <a:off x="1516092" y="992039"/>
          <a:ext cx="531113" cy="531113"/>
        </a:xfrm>
        <a:prstGeom prst="mathPlus">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fr-SN" sz="600" kern="1200"/>
        </a:p>
      </dsp:txBody>
      <dsp:txXfrm>
        <a:off x="1586491" y="1195137"/>
        <a:ext cx="390315" cy="124917"/>
      </dsp:txXfrm>
    </dsp:sp>
    <dsp:sp modelId="{CA444F5A-69F3-4930-B69A-7E93C0B688FE}">
      <dsp:nvSpPr>
        <dsp:cNvPr id="0" name=""/>
        <dsp:cNvSpPr/>
      </dsp:nvSpPr>
      <dsp:spPr>
        <a:xfrm>
          <a:off x="1323793" y="1597508"/>
          <a:ext cx="915713" cy="915713"/>
        </a:xfrm>
        <a:prstGeom prst="ellipse">
          <a:avLst/>
        </a:prstGeom>
        <a:noFill/>
        <a:ln>
          <a:noFill/>
        </a:ln>
        <a:effectLst/>
      </dsp:spPr>
      <dsp:style>
        <a:lnRef idx="0">
          <a:scrgbClr r="0" g="0" b="0"/>
        </a:lnRef>
        <a:fillRef idx="0">
          <a:scrgbClr r="0" g="0" b="0"/>
        </a:fillRef>
        <a:effectRef idx="0">
          <a:scrgbClr r="0" g="0" b="0"/>
        </a:effectRef>
        <a:fontRef idx="minor">
          <a:schemeClr val="accent5"/>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fr-FR" sz="900" b="1" kern="1200" dirty="0">
              <a:solidFill>
                <a:schemeClr val="tx1"/>
              </a:solidFill>
              <a:latin typeface="Aptos" panose="02110004020202020204"/>
              <a:ea typeface="+mn-ea"/>
              <a:cs typeface="+mn-cs"/>
            </a:rPr>
            <a:t>Non-anomalie</a:t>
          </a:r>
          <a:endParaRPr lang="fr-SN" sz="900" b="1" kern="1200" dirty="0">
            <a:solidFill>
              <a:schemeClr val="tx1"/>
            </a:solidFill>
            <a:latin typeface="Aptos" panose="02110004020202020204"/>
            <a:ea typeface="+mn-ea"/>
            <a:cs typeface="+mn-cs"/>
          </a:endParaRPr>
        </a:p>
      </dsp:txBody>
      <dsp:txXfrm>
        <a:off x="1457896" y="1731611"/>
        <a:ext cx="647507" cy="647507"/>
      </dsp:txXfrm>
    </dsp:sp>
    <dsp:sp modelId="{9743132F-B892-4500-92EF-1CDBC8510257}">
      <dsp:nvSpPr>
        <dsp:cNvPr id="0" name=""/>
        <dsp:cNvSpPr/>
      </dsp:nvSpPr>
      <dsp:spPr>
        <a:xfrm>
          <a:off x="1516092" y="2587577"/>
          <a:ext cx="531113" cy="531113"/>
        </a:xfrm>
        <a:prstGeom prst="mathPlus">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fr-SN" sz="600" kern="1200"/>
        </a:p>
      </dsp:txBody>
      <dsp:txXfrm>
        <a:off x="1586491" y="2790675"/>
        <a:ext cx="390315" cy="124917"/>
      </dsp:txXfrm>
    </dsp:sp>
    <dsp:sp modelId="{84784143-2D4D-42B0-B968-A0F28D672C33}">
      <dsp:nvSpPr>
        <dsp:cNvPr id="0" name=""/>
        <dsp:cNvSpPr/>
      </dsp:nvSpPr>
      <dsp:spPr>
        <a:xfrm>
          <a:off x="1323793" y="3193047"/>
          <a:ext cx="915713" cy="915713"/>
        </a:xfrm>
        <a:prstGeom prst="ellipse">
          <a:avLst/>
        </a:prstGeom>
        <a:noFill/>
        <a:ln>
          <a:noFill/>
        </a:ln>
        <a:effectLst/>
      </dsp:spPr>
      <dsp:style>
        <a:lnRef idx="0">
          <a:scrgbClr r="0" g="0" b="0"/>
        </a:lnRef>
        <a:fillRef idx="0">
          <a:scrgbClr r="0" g="0" b="0"/>
        </a:fillRef>
        <a:effectRef idx="0">
          <a:scrgbClr r="0" g="0" b="0"/>
        </a:effectRef>
        <a:fontRef idx="minor">
          <a:schemeClr val="accent5"/>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b="1" kern="1200" dirty="0">
              <a:solidFill>
                <a:schemeClr val="tx1"/>
              </a:solidFill>
            </a:rPr>
            <a:t>Note Contrôle permanent</a:t>
          </a:r>
          <a:endParaRPr lang="fr-SN" sz="800" b="1" kern="1200" dirty="0">
            <a:solidFill>
              <a:schemeClr val="tx1"/>
            </a:solidFill>
          </a:endParaRPr>
        </a:p>
      </dsp:txBody>
      <dsp:txXfrm>
        <a:off x="1457896" y="3327150"/>
        <a:ext cx="647507" cy="647507"/>
      </dsp:txXfrm>
    </dsp:sp>
    <dsp:sp modelId="{0E387D34-BDB8-45D9-BF38-5336AD243F0F}">
      <dsp:nvSpPr>
        <dsp:cNvPr id="0" name=""/>
        <dsp:cNvSpPr/>
      </dsp:nvSpPr>
      <dsp:spPr>
        <a:xfrm>
          <a:off x="2376863" y="1949228"/>
          <a:ext cx="291196" cy="212273"/>
        </a:xfrm>
        <a:prstGeom prst="rightArrow">
          <a:avLst>
            <a:gd name="adj1" fmla="val 60000"/>
            <a:gd name="adj2" fmla="val 50000"/>
          </a:avLst>
        </a:prstGeom>
        <a:solidFill>
          <a:srgbClr val="D7FBC9"/>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fr-SN" sz="600" kern="1200"/>
        </a:p>
      </dsp:txBody>
      <dsp:txXfrm>
        <a:off x="2376863" y="1991683"/>
        <a:ext cx="227514" cy="127363"/>
      </dsp:txXfrm>
    </dsp:sp>
    <dsp:sp modelId="{6954F1E7-B25C-4DCB-A732-848B05C71570}">
      <dsp:nvSpPr>
        <dsp:cNvPr id="0" name=""/>
        <dsp:cNvSpPr/>
      </dsp:nvSpPr>
      <dsp:spPr>
        <a:xfrm>
          <a:off x="2788933" y="1139652"/>
          <a:ext cx="1831426" cy="1831426"/>
        </a:xfrm>
        <a:prstGeom prst="ellipse">
          <a:avLst/>
        </a:prstGeom>
        <a:no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fr-SN" sz="3400" kern="1200" dirty="0"/>
        </a:p>
      </dsp:txBody>
      <dsp:txXfrm>
        <a:off x="3057139" y="1407858"/>
        <a:ext cx="1295014" cy="1295014"/>
      </dsp:txXfrm>
    </dsp:sp>
  </dsp:spTree>
</dsp:drawing>
</file>

<file path=ppt/diagrams/layout1.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5FFE37E-EF7B-1F5A-AD12-75D70F0CCD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SN"/>
          </a:p>
        </p:txBody>
      </p:sp>
      <p:sp>
        <p:nvSpPr>
          <p:cNvPr id="3" name="Espace réservé de la date 2">
            <a:extLst>
              <a:ext uri="{FF2B5EF4-FFF2-40B4-BE49-F238E27FC236}">
                <a16:creationId xmlns:a16="http://schemas.microsoft.com/office/drawing/2014/main" id="{5DB16B51-96C1-8B16-7877-7EC01504004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307057-10E4-4270-9B59-1FC8008DED0D}" type="datetime1">
              <a:rPr lang="fr-SN" smtClean="0"/>
              <a:t>03/04/2026</a:t>
            </a:fld>
            <a:endParaRPr lang="fr-SN"/>
          </a:p>
        </p:txBody>
      </p:sp>
      <p:sp>
        <p:nvSpPr>
          <p:cNvPr id="4" name="Espace réservé du pied de page 3">
            <a:extLst>
              <a:ext uri="{FF2B5EF4-FFF2-40B4-BE49-F238E27FC236}">
                <a16:creationId xmlns:a16="http://schemas.microsoft.com/office/drawing/2014/main" id="{DA7611D5-B202-C426-4B7F-9E57BF8F0E6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fr-SN"/>
              <a:t>CONFORMITE GROUPE</a:t>
            </a:r>
          </a:p>
        </p:txBody>
      </p:sp>
      <p:sp>
        <p:nvSpPr>
          <p:cNvPr id="5" name="Espace réservé du numéro de diapositive 4">
            <a:extLst>
              <a:ext uri="{FF2B5EF4-FFF2-40B4-BE49-F238E27FC236}">
                <a16:creationId xmlns:a16="http://schemas.microsoft.com/office/drawing/2014/main" id="{B61FCCA0-0EA5-B691-F1BA-83048BD9A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4A6698-BC8B-40AD-A6BF-E7A74283DE59}" type="slidenum">
              <a:rPr lang="fr-SN" smtClean="0"/>
              <a:t>‹N°›</a:t>
            </a:fld>
            <a:endParaRPr lang="fr-SN"/>
          </a:p>
        </p:txBody>
      </p:sp>
    </p:spTree>
    <p:extLst>
      <p:ext uri="{BB962C8B-B14F-4D97-AF65-F5344CB8AC3E}">
        <p14:creationId xmlns:p14="http://schemas.microsoft.com/office/powerpoint/2010/main" val="4290626249"/>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SN"/>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18639D-E64D-48B8-9275-BB091970FA41}" type="datetime1">
              <a:rPr lang="fr-SN" smtClean="0"/>
              <a:t>03/04/2026</a:t>
            </a:fld>
            <a:endParaRPr lang="fr-SN"/>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SN"/>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fr-SN"/>
              <a:t>CONFORMITE GROUPE</a:t>
            </a: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C9A1D6-53A8-4A67-80A2-06DAD9957D52}" type="slidenum">
              <a:rPr lang="fr-SN" smtClean="0"/>
              <a:t>‹N°›</a:t>
            </a:fld>
            <a:endParaRPr lang="fr-SN"/>
          </a:p>
        </p:txBody>
      </p:sp>
    </p:spTree>
    <p:extLst>
      <p:ext uri="{BB962C8B-B14F-4D97-AF65-F5344CB8AC3E}">
        <p14:creationId xmlns:p14="http://schemas.microsoft.com/office/powerpoint/2010/main" val="3782591649"/>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SN"/>
          </a:p>
        </p:txBody>
      </p:sp>
      <p:sp>
        <p:nvSpPr>
          <p:cNvPr id="4" name="Espace réservé de la date 3"/>
          <p:cNvSpPr>
            <a:spLocks noGrp="1"/>
          </p:cNvSpPr>
          <p:nvPr>
            <p:ph type="dt" idx="1"/>
          </p:nvPr>
        </p:nvSpPr>
        <p:spPr/>
        <p:txBody>
          <a:bodyPr/>
          <a:lstStyle/>
          <a:p>
            <a:fld id="{6618639D-E64D-48B8-9275-BB091970FA41}" type="datetime1">
              <a:rPr lang="fr-SN" smtClean="0"/>
              <a:t>03/04/2026</a:t>
            </a:fld>
            <a:endParaRPr lang="fr-SN"/>
          </a:p>
        </p:txBody>
      </p:sp>
      <p:sp>
        <p:nvSpPr>
          <p:cNvPr id="5" name="Espace réservé du pied de page 4"/>
          <p:cNvSpPr>
            <a:spLocks noGrp="1"/>
          </p:cNvSpPr>
          <p:nvPr>
            <p:ph type="ftr" sz="quarter" idx="4"/>
          </p:nvPr>
        </p:nvSpPr>
        <p:spPr/>
        <p:txBody>
          <a:bodyPr/>
          <a:lstStyle/>
          <a:p>
            <a:r>
              <a:rPr lang="fr-SN"/>
              <a:t>CONFORMITE GROUPE</a:t>
            </a:r>
          </a:p>
        </p:txBody>
      </p:sp>
      <p:sp>
        <p:nvSpPr>
          <p:cNvPr id="6" name="Espace réservé du numéro de diapositive 5"/>
          <p:cNvSpPr>
            <a:spLocks noGrp="1"/>
          </p:cNvSpPr>
          <p:nvPr>
            <p:ph type="sldNum" sz="quarter" idx="5"/>
          </p:nvPr>
        </p:nvSpPr>
        <p:spPr/>
        <p:txBody>
          <a:bodyPr/>
          <a:lstStyle/>
          <a:p>
            <a:fld id="{60C9A1D6-53A8-4A67-80A2-06DAD9957D52}" type="slidenum">
              <a:rPr lang="fr-SN" smtClean="0"/>
              <a:t>2</a:t>
            </a:fld>
            <a:endParaRPr lang="fr-SN"/>
          </a:p>
        </p:txBody>
      </p:sp>
    </p:spTree>
    <p:extLst>
      <p:ext uri="{BB962C8B-B14F-4D97-AF65-F5344CB8AC3E}">
        <p14:creationId xmlns:p14="http://schemas.microsoft.com/office/powerpoint/2010/main" val="1871035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450A0C-3A62-A327-9685-594C58DCE17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SN"/>
          </a:p>
        </p:txBody>
      </p:sp>
      <p:sp>
        <p:nvSpPr>
          <p:cNvPr id="3" name="Sous-titre 2">
            <a:extLst>
              <a:ext uri="{FF2B5EF4-FFF2-40B4-BE49-F238E27FC236}">
                <a16:creationId xmlns:a16="http://schemas.microsoft.com/office/drawing/2014/main" id="{C9DDE06C-7139-F1A2-22A4-4300B072F5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SN"/>
          </a:p>
        </p:txBody>
      </p:sp>
      <p:sp>
        <p:nvSpPr>
          <p:cNvPr id="4" name="Espace réservé de la date 3">
            <a:extLst>
              <a:ext uri="{FF2B5EF4-FFF2-40B4-BE49-F238E27FC236}">
                <a16:creationId xmlns:a16="http://schemas.microsoft.com/office/drawing/2014/main" id="{5FB46EB2-199D-A04A-82F7-FA85956F485E}"/>
              </a:ext>
            </a:extLst>
          </p:cNvPr>
          <p:cNvSpPr>
            <a:spLocks noGrp="1"/>
          </p:cNvSpPr>
          <p:nvPr>
            <p:ph type="dt" sz="half" idx="10"/>
          </p:nvPr>
        </p:nvSpPr>
        <p:spPr/>
        <p:txBody>
          <a:bodyPr/>
          <a:lstStyle/>
          <a:p>
            <a:endParaRPr lang="fr-SN"/>
          </a:p>
        </p:txBody>
      </p:sp>
      <p:sp>
        <p:nvSpPr>
          <p:cNvPr id="5" name="Espace réservé du pied de page 4">
            <a:extLst>
              <a:ext uri="{FF2B5EF4-FFF2-40B4-BE49-F238E27FC236}">
                <a16:creationId xmlns:a16="http://schemas.microsoft.com/office/drawing/2014/main" id="{E67FEF7A-4701-F958-F405-195918A79F75}"/>
              </a:ext>
            </a:extLst>
          </p:cNvPr>
          <p:cNvSpPr>
            <a:spLocks noGrp="1"/>
          </p:cNvSpPr>
          <p:nvPr>
            <p:ph type="ftr" sz="quarter" idx="11"/>
          </p:nvPr>
        </p:nvSpPr>
        <p:spPr/>
        <p:txBody>
          <a:bodyPr/>
          <a:lstStyle/>
          <a:p>
            <a:r>
              <a:rPr lang="fr-FR"/>
              <a:t>CONFORMITE GROUPE</a:t>
            </a:r>
            <a:endParaRPr lang="fr-SN"/>
          </a:p>
        </p:txBody>
      </p:sp>
      <p:sp>
        <p:nvSpPr>
          <p:cNvPr id="6" name="Espace réservé du numéro de diapositive 5">
            <a:extLst>
              <a:ext uri="{FF2B5EF4-FFF2-40B4-BE49-F238E27FC236}">
                <a16:creationId xmlns:a16="http://schemas.microsoft.com/office/drawing/2014/main" id="{A5C3F2A9-DB34-6100-94BA-C800794B895D}"/>
              </a:ext>
            </a:extLst>
          </p:cNvPr>
          <p:cNvSpPr>
            <a:spLocks noGrp="1"/>
          </p:cNvSpPr>
          <p:nvPr>
            <p:ph type="sldNum" sz="quarter" idx="12"/>
          </p:nvPr>
        </p:nvSpPr>
        <p:spPr/>
        <p:txBody>
          <a:bodyPr/>
          <a:lstStyle/>
          <a:p>
            <a:fld id="{7C81BB02-36E2-4D4F-9543-3D0240FE2CC7}" type="slidenum">
              <a:rPr lang="fr-SN" smtClean="0"/>
              <a:t>‹N°›</a:t>
            </a:fld>
            <a:endParaRPr lang="fr-SN"/>
          </a:p>
        </p:txBody>
      </p:sp>
    </p:spTree>
    <p:extLst>
      <p:ext uri="{BB962C8B-B14F-4D97-AF65-F5344CB8AC3E}">
        <p14:creationId xmlns:p14="http://schemas.microsoft.com/office/powerpoint/2010/main" val="691110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8DBA52-FD68-153E-2A8A-1D66A057B14D}"/>
              </a:ext>
            </a:extLst>
          </p:cNvPr>
          <p:cNvSpPr>
            <a:spLocks noGrp="1"/>
          </p:cNvSpPr>
          <p:nvPr>
            <p:ph type="title"/>
          </p:nvPr>
        </p:nvSpPr>
        <p:spPr/>
        <p:txBody>
          <a:bodyPr/>
          <a:lstStyle/>
          <a:p>
            <a:r>
              <a:rPr lang="fr-FR"/>
              <a:t>Modifiez le style du titre</a:t>
            </a:r>
            <a:endParaRPr lang="fr-SN"/>
          </a:p>
        </p:txBody>
      </p:sp>
      <p:sp>
        <p:nvSpPr>
          <p:cNvPr id="3" name="Espace réservé du contenu 2">
            <a:extLst>
              <a:ext uri="{FF2B5EF4-FFF2-40B4-BE49-F238E27FC236}">
                <a16:creationId xmlns:a16="http://schemas.microsoft.com/office/drawing/2014/main" id="{3BC296B7-E776-3D0D-B9EF-AE17924279A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e la date 3">
            <a:extLst>
              <a:ext uri="{FF2B5EF4-FFF2-40B4-BE49-F238E27FC236}">
                <a16:creationId xmlns:a16="http://schemas.microsoft.com/office/drawing/2014/main" id="{11B95D2F-1B4A-D5B7-7B63-9BCFFADDEF29}"/>
              </a:ext>
            </a:extLst>
          </p:cNvPr>
          <p:cNvSpPr>
            <a:spLocks noGrp="1"/>
          </p:cNvSpPr>
          <p:nvPr>
            <p:ph type="dt" sz="half" idx="10"/>
          </p:nvPr>
        </p:nvSpPr>
        <p:spPr/>
        <p:txBody>
          <a:bodyPr/>
          <a:lstStyle/>
          <a:p>
            <a:endParaRPr lang="fr-SN"/>
          </a:p>
        </p:txBody>
      </p:sp>
      <p:sp>
        <p:nvSpPr>
          <p:cNvPr id="5" name="Espace réservé du pied de page 4">
            <a:extLst>
              <a:ext uri="{FF2B5EF4-FFF2-40B4-BE49-F238E27FC236}">
                <a16:creationId xmlns:a16="http://schemas.microsoft.com/office/drawing/2014/main" id="{60734474-C662-0075-F8E5-F56DA20FC394}"/>
              </a:ext>
            </a:extLst>
          </p:cNvPr>
          <p:cNvSpPr>
            <a:spLocks noGrp="1"/>
          </p:cNvSpPr>
          <p:nvPr>
            <p:ph type="ftr" sz="quarter" idx="11"/>
          </p:nvPr>
        </p:nvSpPr>
        <p:spPr/>
        <p:txBody>
          <a:bodyPr/>
          <a:lstStyle/>
          <a:p>
            <a:r>
              <a:rPr lang="fr-FR"/>
              <a:t>CONFORMITE GROUPE</a:t>
            </a:r>
            <a:endParaRPr lang="fr-SN"/>
          </a:p>
        </p:txBody>
      </p:sp>
      <p:sp>
        <p:nvSpPr>
          <p:cNvPr id="6" name="Espace réservé du numéro de diapositive 5">
            <a:extLst>
              <a:ext uri="{FF2B5EF4-FFF2-40B4-BE49-F238E27FC236}">
                <a16:creationId xmlns:a16="http://schemas.microsoft.com/office/drawing/2014/main" id="{97956EE7-390A-96B6-C5A3-243DFFBB6FE1}"/>
              </a:ext>
            </a:extLst>
          </p:cNvPr>
          <p:cNvSpPr>
            <a:spLocks noGrp="1"/>
          </p:cNvSpPr>
          <p:nvPr>
            <p:ph type="sldNum" sz="quarter" idx="12"/>
          </p:nvPr>
        </p:nvSpPr>
        <p:spPr/>
        <p:txBody>
          <a:bodyPr/>
          <a:lstStyle/>
          <a:p>
            <a:fld id="{7C81BB02-36E2-4D4F-9543-3D0240FE2CC7}" type="slidenum">
              <a:rPr lang="fr-SN" smtClean="0"/>
              <a:t>‹N°›</a:t>
            </a:fld>
            <a:endParaRPr lang="fr-SN"/>
          </a:p>
        </p:txBody>
      </p:sp>
    </p:spTree>
    <p:extLst>
      <p:ext uri="{BB962C8B-B14F-4D97-AF65-F5344CB8AC3E}">
        <p14:creationId xmlns:p14="http://schemas.microsoft.com/office/powerpoint/2010/main" val="1339901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959867-3958-3591-AD75-BC3BE1123E3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SN"/>
          </a:p>
        </p:txBody>
      </p:sp>
      <p:sp>
        <p:nvSpPr>
          <p:cNvPr id="3" name="Espace réservé du texte 2">
            <a:extLst>
              <a:ext uri="{FF2B5EF4-FFF2-40B4-BE49-F238E27FC236}">
                <a16:creationId xmlns:a16="http://schemas.microsoft.com/office/drawing/2014/main" id="{AB303556-9573-274A-8919-22727ADD7FD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74848E4-75B5-3038-21A3-6D99B4714209}"/>
              </a:ext>
            </a:extLst>
          </p:cNvPr>
          <p:cNvSpPr>
            <a:spLocks noGrp="1"/>
          </p:cNvSpPr>
          <p:nvPr>
            <p:ph type="dt" sz="half" idx="10"/>
          </p:nvPr>
        </p:nvSpPr>
        <p:spPr/>
        <p:txBody>
          <a:bodyPr/>
          <a:lstStyle/>
          <a:p>
            <a:endParaRPr lang="fr-SN"/>
          </a:p>
        </p:txBody>
      </p:sp>
      <p:sp>
        <p:nvSpPr>
          <p:cNvPr id="5" name="Espace réservé du pied de page 4">
            <a:extLst>
              <a:ext uri="{FF2B5EF4-FFF2-40B4-BE49-F238E27FC236}">
                <a16:creationId xmlns:a16="http://schemas.microsoft.com/office/drawing/2014/main" id="{86BEF8EC-0393-706E-E346-C287C5DE7D05}"/>
              </a:ext>
            </a:extLst>
          </p:cNvPr>
          <p:cNvSpPr>
            <a:spLocks noGrp="1"/>
          </p:cNvSpPr>
          <p:nvPr>
            <p:ph type="ftr" sz="quarter" idx="11"/>
          </p:nvPr>
        </p:nvSpPr>
        <p:spPr/>
        <p:txBody>
          <a:bodyPr/>
          <a:lstStyle/>
          <a:p>
            <a:r>
              <a:rPr lang="fr-FR"/>
              <a:t>CONFORMITE GROUPE</a:t>
            </a:r>
            <a:endParaRPr lang="fr-SN"/>
          </a:p>
        </p:txBody>
      </p:sp>
      <p:sp>
        <p:nvSpPr>
          <p:cNvPr id="6" name="Espace réservé du numéro de diapositive 5">
            <a:extLst>
              <a:ext uri="{FF2B5EF4-FFF2-40B4-BE49-F238E27FC236}">
                <a16:creationId xmlns:a16="http://schemas.microsoft.com/office/drawing/2014/main" id="{E83A15BD-A2DA-2EC8-0594-FAB413618CFB}"/>
              </a:ext>
            </a:extLst>
          </p:cNvPr>
          <p:cNvSpPr>
            <a:spLocks noGrp="1"/>
          </p:cNvSpPr>
          <p:nvPr>
            <p:ph type="sldNum" sz="quarter" idx="12"/>
          </p:nvPr>
        </p:nvSpPr>
        <p:spPr/>
        <p:txBody>
          <a:bodyPr/>
          <a:lstStyle/>
          <a:p>
            <a:fld id="{7C81BB02-36E2-4D4F-9543-3D0240FE2CC7}" type="slidenum">
              <a:rPr lang="fr-SN" smtClean="0"/>
              <a:t>‹N°›</a:t>
            </a:fld>
            <a:endParaRPr lang="fr-SN"/>
          </a:p>
        </p:txBody>
      </p:sp>
    </p:spTree>
    <p:extLst>
      <p:ext uri="{BB962C8B-B14F-4D97-AF65-F5344CB8AC3E}">
        <p14:creationId xmlns:p14="http://schemas.microsoft.com/office/powerpoint/2010/main" val="4232138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73913D-9D88-B08D-EC8A-1536E767EF70}"/>
              </a:ext>
            </a:extLst>
          </p:cNvPr>
          <p:cNvSpPr>
            <a:spLocks noGrp="1"/>
          </p:cNvSpPr>
          <p:nvPr>
            <p:ph type="title"/>
          </p:nvPr>
        </p:nvSpPr>
        <p:spPr/>
        <p:txBody>
          <a:bodyPr/>
          <a:lstStyle/>
          <a:p>
            <a:r>
              <a:rPr lang="fr-FR"/>
              <a:t>Modifiez le style du titre</a:t>
            </a:r>
            <a:endParaRPr lang="fr-SN"/>
          </a:p>
        </p:txBody>
      </p:sp>
      <p:sp>
        <p:nvSpPr>
          <p:cNvPr id="3" name="Espace réservé du contenu 2">
            <a:extLst>
              <a:ext uri="{FF2B5EF4-FFF2-40B4-BE49-F238E27FC236}">
                <a16:creationId xmlns:a16="http://schemas.microsoft.com/office/drawing/2014/main" id="{56DFB21C-5A92-4733-D3C2-FA5D752A4A9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u contenu 3">
            <a:extLst>
              <a:ext uri="{FF2B5EF4-FFF2-40B4-BE49-F238E27FC236}">
                <a16:creationId xmlns:a16="http://schemas.microsoft.com/office/drawing/2014/main" id="{2C6D43FD-90EC-B5E1-6EC9-887D59C24CC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5" name="Espace réservé de la date 4">
            <a:extLst>
              <a:ext uri="{FF2B5EF4-FFF2-40B4-BE49-F238E27FC236}">
                <a16:creationId xmlns:a16="http://schemas.microsoft.com/office/drawing/2014/main" id="{EE30A8BF-486F-B85D-8AF5-0205C701E87B}"/>
              </a:ext>
            </a:extLst>
          </p:cNvPr>
          <p:cNvSpPr>
            <a:spLocks noGrp="1"/>
          </p:cNvSpPr>
          <p:nvPr>
            <p:ph type="dt" sz="half" idx="10"/>
          </p:nvPr>
        </p:nvSpPr>
        <p:spPr/>
        <p:txBody>
          <a:bodyPr/>
          <a:lstStyle/>
          <a:p>
            <a:endParaRPr lang="fr-SN"/>
          </a:p>
        </p:txBody>
      </p:sp>
      <p:sp>
        <p:nvSpPr>
          <p:cNvPr id="6" name="Espace réservé du pied de page 5">
            <a:extLst>
              <a:ext uri="{FF2B5EF4-FFF2-40B4-BE49-F238E27FC236}">
                <a16:creationId xmlns:a16="http://schemas.microsoft.com/office/drawing/2014/main" id="{7D67D165-133E-73A9-FC05-B6819F7BE5A7}"/>
              </a:ext>
            </a:extLst>
          </p:cNvPr>
          <p:cNvSpPr>
            <a:spLocks noGrp="1"/>
          </p:cNvSpPr>
          <p:nvPr>
            <p:ph type="ftr" sz="quarter" idx="11"/>
          </p:nvPr>
        </p:nvSpPr>
        <p:spPr/>
        <p:txBody>
          <a:bodyPr/>
          <a:lstStyle/>
          <a:p>
            <a:r>
              <a:rPr lang="fr-FR"/>
              <a:t>CONFORMITE GROUPE</a:t>
            </a:r>
            <a:endParaRPr lang="fr-SN"/>
          </a:p>
        </p:txBody>
      </p:sp>
      <p:sp>
        <p:nvSpPr>
          <p:cNvPr id="7" name="Espace réservé du numéro de diapositive 6">
            <a:extLst>
              <a:ext uri="{FF2B5EF4-FFF2-40B4-BE49-F238E27FC236}">
                <a16:creationId xmlns:a16="http://schemas.microsoft.com/office/drawing/2014/main" id="{7E0578B9-7777-2905-E49F-39CFF4B2FD6B}"/>
              </a:ext>
            </a:extLst>
          </p:cNvPr>
          <p:cNvSpPr>
            <a:spLocks noGrp="1"/>
          </p:cNvSpPr>
          <p:nvPr>
            <p:ph type="sldNum" sz="quarter" idx="12"/>
          </p:nvPr>
        </p:nvSpPr>
        <p:spPr/>
        <p:txBody>
          <a:bodyPr/>
          <a:lstStyle/>
          <a:p>
            <a:fld id="{7C81BB02-36E2-4D4F-9543-3D0240FE2CC7}" type="slidenum">
              <a:rPr lang="fr-SN" smtClean="0"/>
              <a:t>‹N°›</a:t>
            </a:fld>
            <a:endParaRPr lang="fr-SN"/>
          </a:p>
        </p:txBody>
      </p:sp>
    </p:spTree>
    <p:extLst>
      <p:ext uri="{BB962C8B-B14F-4D97-AF65-F5344CB8AC3E}">
        <p14:creationId xmlns:p14="http://schemas.microsoft.com/office/powerpoint/2010/main" val="3319200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905E19-F5FB-EA46-EF77-38C9E0AF2A62}"/>
              </a:ext>
            </a:extLst>
          </p:cNvPr>
          <p:cNvSpPr>
            <a:spLocks noGrp="1"/>
          </p:cNvSpPr>
          <p:nvPr>
            <p:ph type="title"/>
          </p:nvPr>
        </p:nvSpPr>
        <p:spPr>
          <a:xfrm>
            <a:off x="839788" y="365125"/>
            <a:ext cx="10515600" cy="1325563"/>
          </a:xfrm>
        </p:spPr>
        <p:txBody>
          <a:bodyPr/>
          <a:lstStyle/>
          <a:p>
            <a:r>
              <a:rPr lang="fr-FR"/>
              <a:t>Modifiez le style du titre</a:t>
            </a:r>
            <a:endParaRPr lang="fr-SN"/>
          </a:p>
        </p:txBody>
      </p:sp>
      <p:sp>
        <p:nvSpPr>
          <p:cNvPr id="3" name="Espace réservé du texte 2">
            <a:extLst>
              <a:ext uri="{FF2B5EF4-FFF2-40B4-BE49-F238E27FC236}">
                <a16:creationId xmlns:a16="http://schemas.microsoft.com/office/drawing/2014/main" id="{DF502890-0568-9917-68A1-B553B4B91A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BB1E8AE-3353-D278-7422-187F0DCBC14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5" name="Espace réservé du texte 4">
            <a:extLst>
              <a:ext uri="{FF2B5EF4-FFF2-40B4-BE49-F238E27FC236}">
                <a16:creationId xmlns:a16="http://schemas.microsoft.com/office/drawing/2014/main" id="{01D981C2-F7D1-234F-7DE5-6E93FA6C2B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E7EC46A-1E38-968B-2D4A-99B7768DFEA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7" name="Espace réservé de la date 6">
            <a:extLst>
              <a:ext uri="{FF2B5EF4-FFF2-40B4-BE49-F238E27FC236}">
                <a16:creationId xmlns:a16="http://schemas.microsoft.com/office/drawing/2014/main" id="{31D9D052-0186-8696-99BA-C80C68C8B8E6}"/>
              </a:ext>
            </a:extLst>
          </p:cNvPr>
          <p:cNvSpPr>
            <a:spLocks noGrp="1"/>
          </p:cNvSpPr>
          <p:nvPr>
            <p:ph type="dt" sz="half" idx="10"/>
          </p:nvPr>
        </p:nvSpPr>
        <p:spPr/>
        <p:txBody>
          <a:bodyPr/>
          <a:lstStyle/>
          <a:p>
            <a:endParaRPr lang="fr-SN"/>
          </a:p>
        </p:txBody>
      </p:sp>
      <p:sp>
        <p:nvSpPr>
          <p:cNvPr id="8" name="Espace réservé du pied de page 7">
            <a:extLst>
              <a:ext uri="{FF2B5EF4-FFF2-40B4-BE49-F238E27FC236}">
                <a16:creationId xmlns:a16="http://schemas.microsoft.com/office/drawing/2014/main" id="{559CAD8C-9EEE-71E3-0BBD-175EC072A05D}"/>
              </a:ext>
            </a:extLst>
          </p:cNvPr>
          <p:cNvSpPr>
            <a:spLocks noGrp="1"/>
          </p:cNvSpPr>
          <p:nvPr>
            <p:ph type="ftr" sz="quarter" idx="11"/>
          </p:nvPr>
        </p:nvSpPr>
        <p:spPr/>
        <p:txBody>
          <a:bodyPr/>
          <a:lstStyle/>
          <a:p>
            <a:r>
              <a:rPr lang="fr-FR"/>
              <a:t>CONFORMITE GROUPE</a:t>
            </a:r>
            <a:endParaRPr lang="fr-SN"/>
          </a:p>
        </p:txBody>
      </p:sp>
      <p:sp>
        <p:nvSpPr>
          <p:cNvPr id="9" name="Espace réservé du numéro de diapositive 8">
            <a:extLst>
              <a:ext uri="{FF2B5EF4-FFF2-40B4-BE49-F238E27FC236}">
                <a16:creationId xmlns:a16="http://schemas.microsoft.com/office/drawing/2014/main" id="{B0656F84-C370-C19C-056B-733E559374AB}"/>
              </a:ext>
            </a:extLst>
          </p:cNvPr>
          <p:cNvSpPr>
            <a:spLocks noGrp="1"/>
          </p:cNvSpPr>
          <p:nvPr>
            <p:ph type="sldNum" sz="quarter" idx="12"/>
          </p:nvPr>
        </p:nvSpPr>
        <p:spPr/>
        <p:txBody>
          <a:bodyPr/>
          <a:lstStyle/>
          <a:p>
            <a:fld id="{7C81BB02-36E2-4D4F-9543-3D0240FE2CC7}" type="slidenum">
              <a:rPr lang="fr-SN" smtClean="0"/>
              <a:t>‹N°›</a:t>
            </a:fld>
            <a:endParaRPr lang="fr-SN"/>
          </a:p>
        </p:txBody>
      </p:sp>
    </p:spTree>
    <p:extLst>
      <p:ext uri="{BB962C8B-B14F-4D97-AF65-F5344CB8AC3E}">
        <p14:creationId xmlns:p14="http://schemas.microsoft.com/office/powerpoint/2010/main" val="4161336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B3679F-BC29-5D31-5E3A-A499850AC8FA}"/>
              </a:ext>
            </a:extLst>
          </p:cNvPr>
          <p:cNvSpPr>
            <a:spLocks noGrp="1"/>
          </p:cNvSpPr>
          <p:nvPr>
            <p:ph type="title"/>
          </p:nvPr>
        </p:nvSpPr>
        <p:spPr/>
        <p:txBody>
          <a:bodyPr/>
          <a:lstStyle/>
          <a:p>
            <a:r>
              <a:rPr lang="fr-FR"/>
              <a:t>Modifiez le style du titre</a:t>
            </a:r>
            <a:endParaRPr lang="fr-SN"/>
          </a:p>
        </p:txBody>
      </p:sp>
      <p:sp>
        <p:nvSpPr>
          <p:cNvPr id="3" name="Espace réservé de la date 2">
            <a:extLst>
              <a:ext uri="{FF2B5EF4-FFF2-40B4-BE49-F238E27FC236}">
                <a16:creationId xmlns:a16="http://schemas.microsoft.com/office/drawing/2014/main" id="{1F1FC405-B2D1-02AF-F045-836A8E3257D5}"/>
              </a:ext>
            </a:extLst>
          </p:cNvPr>
          <p:cNvSpPr>
            <a:spLocks noGrp="1"/>
          </p:cNvSpPr>
          <p:nvPr>
            <p:ph type="dt" sz="half" idx="10"/>
          </p:nvPr>
        </p:nvSpPr>
        <p:spPr/>
        <p:txBody>
          <a:bodyPr/>
          <a:lstStyle/>
          <a:p>
            <a:endParaRPr lang="fr-SN"/>
          </a:p>
        </p:txBody>
      </p:sp>
      <p:sp>
        <p:nvSpPr>
          <p:cNvPr id="4" name="Espace réservé du pied de page 3">
            <a:extLst>
              <a:ext uri="{FF2B5EF4-FFF2-40B4-BE49-F238E27FC236}">
                <a16:creationId xmlns:a16="http://schemas.microsoft.com/office/drawing/2014/main" id="{A4329131-D65A-299E-C27B-1CD4696C059F}"/>
              </a:ext>
            </a:extLst>
          </p:cNvPr>
          <p:cNvSpPr>
            <a:spLocks noGrp="1"/>
          </p:cNvSpPr>
          <p:nvPr>
            <p:ph type="ftr" sz="quarter" idx="11"/>
          </p:nvPr>
        </p:nvSpPr>
        <p:spPr/>
        <p:txBody>
          <a:bodyPr/>
          <a:lstStyle/>
          <a:p>
            <a:r>
              <a:rPr lang="fr-FR"/>
              <a:t>CONFORMITE GROUPE</a:t>
            </a:r>
            <a:endParaRPr lang="fr-SN"/>
          </a:p>
        </p:txBody>
      </p:sp>
      <p:sp>
        <p:nvSpPr>
          <p:cNvPr id="5" name="Espace réservé du numéro de diapositive 4">
            <a:extLst>
              <a:ext uri="{FF2B5EF4-FFF2-40B4-BE49-F238E27FC236}">
                <a16:creationId xmlns:a16="http://schemas.microsoft.com/office/drawing/2014/main" id="{C1174A45-687F-CAAA-1630-6C4CF6395419}"/>
              </a:ext>
            </a:extLst>
          </p:cNvPr>
          <p:cNvSpPr>
            <a:spLocks noGrp="1"/>
          </p:cNvSpPr>
          <p:nvPr>
            <p:ph type="sldNum" sz="quarter" idx="12"/>
          </p:nvPr>
        </p:nvSpPr>
        <p:spPr/>
        <p:txBody>
          <a:bodyPr/>
          <a:lstStyle/>
          <a:p>
            <a:fld id="{7C81BB02-36E2-4D4F-9543-3D0240FE2CC7}" type="slidenum">
              <a:rPr lang="fr-SN" smtClean="0"/>
              <a:t>‹N°›</a:t>
            </a:fld>
            <a:endParaRPr lang="fr-SN"/>
          </a:p>
        </p:txBody>
      </p:sp>
    </p:spTree>
    <p:extLst>
      <p:ext uri="{BB962C8B-B14F-4D97-AF65-F5344CB8AC3E}">
        <p14:creationId xmlns:p14="http://schemas.microsoft.com/office/powerpoint/2010/main" val="1133996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9955A9A-4A57-F9A2-5697-0CC2DA081B37}"/>
              </a:ext>
            </a:extLst>
          </p:cNvPr>
          <p:cNvSpPr>
            <a:spLocks noGrp="1"/>
          </p:cNvSpPr>
          <p:nvPr>
            <p:ph type="dt" sz="half" idx="10"/>
          </p:nvPr>
        </p:nvSpPr>
        <p:spPr/>
        <p:txBody>
          <a:bodyPr/>
          <a:lstStyle/>
          <a:p>
            <a:endParaRPr lang="fr-SN"/>
          </a:p>
        </p:txBody>
      </p:sp>
      <p:sp>
        <p:nvSpPr>
          <p:cNvPr id="3" name="Espace réservé du pied de page 2">
            <a:extLst>
              <a:ext uri="{FF2B5EF4-FFF2-40B4-BE49-F238E27FC236}">
                <a16:creationId xmlns:a16="http://schemas.microsoft.com/office/drawing/2014/main" id="{13CE1050-B8CF-967E-77C8-A6E2D9A538DF}"/>
              </a:ext>
            </a:extLst>
          </p:cNvPr>
          <p:cNvSpPr>
            <a:spLocks noGrp="1"/>
          </p:cNvSpPr>
          <p:nvPr>
            <p:ph type="ftr" sz="quarter" idx="11"/>
          </p:nvPr>
        </p:nvSpPr>
        <p:spPr/>
        <p:txBody>
          <a:bodyPr/>
          <a:lstStyle/>
          <a:p>
            <a:r>
              <a:rPr lang="fr-FR"/>
              <a:t>CONFORMITE GROUPE</a:t>
            </a:r>
            <a:endParaRPr lang="fr-SN"/>
          </a:p>
        </p:txBody>
      </p:sp>
      <p:sp>
        <p:nvSpPr>
          <p:cNvPr id="4" name="Espace réservé du numéro de diapositive 3">
            <a:extLst>
              <a:ext uri="{FF2B5EF4-FFF2-40B4-BE49-F238E27FC236}">
                <a16:creationId xmlns:a16="http://schemas.microsoft.com/office/drawing/2014/main" id="{E9401D8A-BDD7-D2C2-80D6-CD17B4105CD7}"/>
              </a:ext>
            </a:extLst>
          </p:cNvPr>
          <p:cNvSpPr>
            <a:spLocks noGrp="1"/>
          </p:cNvSpPr>
          <p:nvPr>
            <p:ph type="sldNum" sz="quarter" idx="12"/>
          </p:nvPr>
        </p:nvSpPr>
        <p:spPr/>
        <p:txBody>
          <a:bodyPr/>
          <a:lstStyle/>
          <a:p>
            <a:fld id="{7C81BB02-36E2-4D4F-9543-3D0240FE2CC7}" type="slidenum">
              <a:rPr lang="fr-SN" smtClean="0"/>
              <a:t>‹N°›</a:t>
            </a:fld>
            <a:endParaRPr lang="fr-SN"/>
          </a:p>
        </p:txBody>
      </p:sp>
    </p:spTree>
    <p:extLst>
      <p:ext uri="{BB962C8B-B14F-4D97-AF65-F5344CB8AC3E}">
        <p14:creationId xmlns:p14="http://schemas.microsoft.com/office/powerpoint/2010/main" val="357772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A6813D-0DD7-A9A5-CA0F-C47EE59872F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SN"/>
          </a:p>
        </p:txBody>
      </p:sp>
      <p:sp>
        <p:nvSpPr>
          <p:cNvPr id="3" name="Espace réservé du contenu 2">
            <a:extLst>
              <a:ext uri="{FF2B5EF4-FFF2-40B4-BE49-F238E27FC236}">
                <a16:creationId xmlns:a16="http://schemas.microsoft.com/office/drawing/2014/main" id="{ECFA5406-6F85-B4C2-EDA4-F5F742C60C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u texte 3">
            <a:extLst>
              <a:ext uri="{FF2B5EF4-FFF2-40B4-BE49-F238E27FC236}">
                <a16:creationId xmlns:a16="http://schemas.microsoft.com/office/drawing/2014/main" id="{92120861-008B-E762-9BDE-45E6810EC7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01F4A24-ACF4-C1C6-F751-DB4E410825CF}"/>
              </a:ext>
            </a:extLst>
          </p:cNvPr>
          <p:cNvSpPr>
            <a:spLocks noGrp="1"/>
          </p:cNvSpPr>
          <p:nvPr>
            <p:ph type="dt" sz="half" idx="10"/>
          </p:nvPr>
        </p:nvSpPr>
        <p:spPr/>
        <p:txBody>
          <a:bodyPr/>
          <a:lstStyle/>
          <a:p>
            <a:endParaRPr lang="fr-SN"/>
          </a:p>
        </p:txBody>
      </p:sp>
      <p:sp>
        <p:nvSpPr>
          <p:cNvPr id="6" name="Espace réservé du pied de page 5">
            <a:extLst>
              <a:ext uri="{FF2B5EF4-FFF2-40B4-BE49-F238E27FC236}">
                <a16:creationId xmlns:a16="http://schemas.microsoft.com/office/drawing/2014/main" id="{87008E8F-86D4-01BC-5C03-A5C295565807}"/>
              </a:ext>
            </a:extLst>
          </p:cNvPr>
          <p:cNvSpPr>
            <a:spLocks noGrp="1"/>
          </p:cNvSpPr>
          <p:nvPr>
            <p:ph type="ftr" sz="quarter" idx="11"/>
          </p:nvPr>
        </p:nvSpPr>
        <p:spPr/>
        <p:txBody>
          <a:bodyPr/>
          <a:lstStyle/>
          <a:p>
            <a:r>
              <a:rPr lang="fr-FR"/>
              <a:t>CONFORMITE GROUPE</a:t>
            </a:r>
            <a:endParaRPr lang="fr-SN"/>
          </a:p>
        </p:txBody>
      </p:sp>
      <p:sp>
        <p:nvSpPr>
          <p:cNvPr id="7" name="Espace réservé du numéro de diapositive 6">
            <a:extLst>
              <a:ext uri="{FF2B5EF4-FFF2-40B4-BE49-F238E27FC236}">
                <a16:creationId xmlns:a16="http://schemas.microsoft.com/office/drawing/2014/main" id="{DE132337-43E5-2415-5B2A-00CD63A1B919}"/>
              </a:ext>
            </a:extLst>
          </p:cNvPr>
          <p:cNvSpPr>
            <a:spLocks noGrp="1"/>
          </p:cNvSpPr>
          <p:nvPr>
            <p:ph type="sldNum" sz="quarter" idx="12"/>
          </p:nvPr>
        </p:nvSpPr>
        <p:spPr/>
        <p:txBody>
          <a:bodyPr/>
          <a:lstStyle/>
          <a:p>
            <a:fld id="{7C81BB02-36E2-4D4F-9543-3D0240FE2CC7}" type="slidenum">
              <a:rPr lang="fr-SN" smtClean="0"/>
              <a:t>‹N°›</a:t>
            </a:fld>
            <a:endParaRPr lang="fr-SN"/>
          </a:p>
        </p:txBody>
      </p:sp>
    </p:spTree>
    <p:extLst>
      <p:ext uri="{BB962C8B-B14F-4D97-AF65-F5344CB8AC3E}">
        <p14:creationId xmlns:p14="http://schemas.microsoft.com/office/powerpoint/2010/main" val="1747597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0FE8C5-A402-8AC8-2973-C16A406753D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SN"/>
          </a:p>
        </p:txBody>
      </p:sp>
      <p:sp>
        <p:nvSpPr>
          <p:cNvPr id="3" name="Espace réservé pour une image  2">
            <a:extLst>
              <a:ext uri="{FF2B5EF4-FFF2-40B4-BE49-F238E27FC236}">
                <a16:creationId xmlns:a16="http://schemas.microsoft.com/office/drawing/2014/main" id="{E7BBF3D1-EAA9-4451-8486-F0BCE672B9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SN"/>
          </a:p>
        </p:txBody>
      </p:sp>
      <p:sp>
        <p:nvSpPr>
          <p:cNvPr id="4" name="Espace réservé du texte 3">
            <a:extLst>
              <a:ext uri="{FF2B5EF4-FFF2-40B4-BE49-F238E27FC236}">
                <a16:creationId xmlns:a16="http://schemas.microsoft.com/office/drawing/2014/main" id="{5039E4F3-F317-629C-68E7-DEA27CAB74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0B8DFB4-1D23-C918-E4F7-6D688226C212}"/>
              </a:ext>
            </a:extLst>
          </p:cNvPr>
          <p:cNvSpPr>
            <a:spLocks noGrp="1"/>
          </p:cNvSpPr>
          <p:nvPr>
            <p:ph type="dt" sz="half" idx="10"/>
          </p:nvPr>
        </p:nvSpPr>
        <p:spPr/>
        <p:txBody>
          <a:bodyPr/>
          <a:lstStyle/>
          <a:p>
            <a:endParaRPr lang="fr-SN"/>
          </a:p>
        </p:txBody>
      </p:sp>
      <p:sp>
        <p:nvSpPr>
          <p:cNvPr id="6" name="Espace réservé du pied de page 5">
            <a:extLst>
              <a:ext uri="{FF2B5EF4-FFF2-40B4-BE49-F238E27FC236}">
                <a16:creationId xmlns:a16="http://schemas.microsoft.com/office/drawing/2014/main" id="{FB4DA913-4574-FC91-404B-B8CDD1411AA3}"/>
              </a:ext>
            </a:extLst>
          </p:cNvPr>
          <p:cNvSpPr>
            <a:spLocks noGrp="1"/>
          </p:cNvSpPr>
          <p:nvPr>
            <p:ph type="ftr" sz="quarter" idx="11"/>
          </p:nvPr>
        </p:nvSpPr>
        <p:spPr/>
        <p:txBody>
          <a:bodyPr/>
          <a:lstStyle/>
          <a:p>
            <a:r>
              <a:rPr lang="fr-FR"/>
              <a:t>CONFORMITE GROUPE</a:t>
            </a:r>
            <a:endParaRPr lang="fr-SN"/>
          </a:p>
        </p:txBody>
      </p:sp>
      <p:sp>
        <p:nvSpPr>
          <p:cNvPr id="7" name="Espace réservé du numéro de diapositive 6">
            <a:extLst>
              <a:ext uri="{FF2B5EF4-FFF2-40B4-BE49-F238E27FC236}">
                <a16:creationId xmlns:a16="http://schemas.microsoft.com/office/drawing/2014/main" id="{F90A7558-8440-982E-2ED7-359874106BB2}"/>
              </a:ext>
            </a:extLst>
          </p:cNvPr>
          <p:cNvSpPr>
            <a:spLocks noGrp="1"/>
          </p:cNvSpPr>
          <p:nvPr>
            <p:ph type="sldNum" sz="quarter" idx="12"/>
          </p:nvPr>
        </p:nvSpPr>
        <p:spPr/>
        <p:txBody>
          <a:bodyPr/>
          <a:lstStyle/>
          <a:p>
            <a:fld id="{7C81BB02-36E2-4D4F-9543-3D0240FE2CC7}" type="slidenum">
              <a:rPr lang="fr-SN" smtClean="0"/>
              <a:t>‹N°›</a:t>
            </a:fld>
            <a:endParaRPr lang="fr-SN"/>
          </a:p>
        </p:txBody>
      </p:sp>
    </p:spTree>
    <p:extLst>
      <p:ext uri="{BB962C8B-B14F-4D97-AF65-F5344CB8AC3E}">
        <p14:creationId xmlns:p14="http://schemas.microsoft.com/office/powerpoint/2010/main" val="4061297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1E3842-F5D7-07E7-4F8D-E75D896D5C4B}"/>
              </a:ext>
            </a:extLst>
          </p:cNvPr>
          <p:cNvSpPr>
            <a:spLocks noGrp="1"/>
          </p:cNvSpPr>
          <p:nvPr>
            <p:ph type="title"/>
          </p:nvPr>
        </p:nvSpPr>
        <p:spPr/>
        <p:txBody>
          <a:bodyPr/>
          <a:lstStyle/>
          <a:p>
            <a:r>
              <a:rPr lang="fr-FR"/>
              <a:t>Modifiez le style du titre</a:t>
            </a:r>
            <a:endParaRPr lang="fr-SN"/>
          </a:p>
        </p:txBody>
      </p:sp>
      <p:sp>
        <p:nvSpPr>
          <p:cNvPr id="3" name="Espace réservé du texte vertical 2">
            <a:extLst>
              <a:ext uri="{FF2B5EF4-FFF2-40B4-BE49-F238E27FC236}">
                <a16:creationId xmlns:a16="http://schemas.microsoft.com/office/drawing/2014/main" id="{EA722CAB-7127-108D-A2A8-243AA7A7E42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e la date 3">
            <a:extLst>
              <a:ext uri="{FF2B5EF4-FFF2-40B4-BE49-F238E27FC236}">
                <a16:creationId xmlns:a16="http://schemas.microsoft.com/office/drawing/2014/main" id="{2EA6B87D-5811-A8D6-C874-A57A6A258E85}"/>
              </a:ext>
            </a:extLst>
          </p:cNvPr>
          <p:cNvSpPr>
            <a:spLocks noGrp="1"/>
          </p:cNvSpPr>
          <p:nvPr>
            <p:ph type="dt" sz="half" idx="10"/>
          </p:nvPr>
        </p:nvSpPr>
        <p:spPr/>
        <p:txBody>
          <a:bodyPr/>
          <a:lstStyle/>
          <a:p>
            <a:endParaRPr lang="fr-SN"/>
          </a:p>
        </p:txBody>
      </p:sp>
      <p:sp>
        <p:nvSpPr>
          <p:cNvPr id="5" name="Espace réservé du pied de page 4">
            <a:extLst>
              <a:ext uri="{FF2B5EF4-FFF2-40B4-BE49-F238E27FC236}">
                <a16:creationId xmlns:a16="http://schemas.microsoft.com/office/drawing/2014/main" id="{B963CD82-B31D-7228-A0D6-BD885977B37E}"/>
              </a:ext>
            </a:extLst>
          </p:cNvPr>
          <p:cNvSpPr>
            <a:spLocks noGrp="1"/>
          </p:cNvSpPr>
          <p:nvPr>
            <p:ph type="ftr" sz="quarter" idx="11"/>
          </p:nvPr>
        </p:nvSpPr>
        <p:spPr/>
        <p:txBody>
          <a:bodyPr/>
          <a:lstStyle/>
          <a:p>
            <a:r>
              <a:rPr lang="fr-FR"/>
              <a:t>CONFORMITE GROUPE</a:t>
            </a:r>
            <a:endParaRPr lang="fr-SN"/>
          </a:p>
        </p:txBody>
      </p:sp>
      <p:sp>
        <p:nvSpPr>
          <p:cNvPr id="6" name="Espace réservé du numéro de diapositive 5">
            <a:extLst>
              <a:ext uri="{FF2B5EF4-FFF2-40B4-BE49-F238E27FC236}">
                <a16:creationId xmlns:a16="http://schemas.microsoft.com/office/drawing/2014/main" id="{4B432811-AAE5-E4AA-1FE5-44821347D048}"/>
              </a:ext>
            </a:extLst>
          </p:cNvPr>
          <p:cNvSpPr>
            <a:spLocks noGrp="1"/>
          </p:cNvSpPr>
          <p:nvPr>
            <p:ph type="sldNum" sz="quarter" idx="12"/>
          </p:nvPr>
        </p:nvSpPr>
        <p:spPr/>
        <p:txBody>
          <a:bodyPr/>
          <a:lstStyle/>
          <a:p>
            <a:fld id="{7C81BB02-36E2-4D4F-9543-3D0240FE2CC7}" type="slidenum">
              <a:rPr lang="fr-SN" smtClean="0"/>
              <a:t>‹N°›</a:t>
            </a:fld>
            <a:endParaRPr lang="fr-SN"/>
          </a:p>
        </p:txBody>
      </p:sp>
    </p:spTree>
    <p:extLst>
      <p:ext uri="{BB962C8B-B14F-4D97-AF65-F5344CB8AC3E}">
        <p14:creationId xmlns:p14="http://schemas.microsoft.com/office/powerpoint/2010/main" val="4015043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CB5503E-D264-D86A-481C-DDA02EA751F3}"/>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SN"/>
          </a:p>
        </p:txBody>
      </p:sp>
      <p:sp>
        <p:nvSpPr>
          <p:cNvPr id="3" name="Espace réservé du texte vertical 2">
            <a:extLst>
              <a:ext uri="{FF2B5EF4-FFF2-40B4-BE49-F238E27FC236}">
                <a16:creationId xmlns:a16="http://schemas.microsoft.com/office/drawing/2014/main" id="{2CAEAC6B-9D83-272A-431D-2407331CB047}"/>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e la date 3">
            <a:extLst>
              <a:ext uri="{FF2B5EF4-FFF2-40B4-BE49-F238E27FC236}">
                <a16:creationId xmlns:a16="http://schemas.microsoft.com/office/drawing/2014/main" id="{38022C19-933E-2F43-72B8-AF088FA13949}"/>
              </a:ext>
            </a:extLst>
          </p:cNvPr>
          <p:cNvSpPr>
            <a:spLocks noGrp="1"/>
          </p:cNvSpPr>
          <p:nvPr>
            <p:ph type="dt" sz="half" idx="10"/>
          </p:nvPr>
        </p:nvSpPr>
        <p:spPr/>
        <p:txBody>
          <a:bodyPr/>
          <a:lstStyle/>
          <a:p>
            <a:endParaRPr lang="fr-SN"/>
          </a:p>
        </p:txBody>
      </p:sp>
      <p:sp>
        <p:nvSpPr>
          <p:cNvPr id="5" name="Espace réservé du pied de page 4">
            <a:extLst>
              <a:ext uri="{FF2B5EF4-FFF2-40B4-BE49-F238E27FC236}">
                <a16:creationId xmlns:a16="http://schemas.microsoft.com/office/drawing/2014/main" id="{7F8714CF-9B87-88C1-0312-3D02F83457EB}"/>
              </a:ext>
            </a:extLst>
          </p:cNvPr>
          <p:cNvSpPr>
            <a:spLocks noGrp="1"/>
          </p:cNvSpPr>
          <p:nvPr>
            <p:ph type="ftr" sz="quarter" idx="11"/>
          </p:nvPr>
        </p:nvSpPr>
        <p:spPr/>
        <p:txBody>
          <a:bodyPr/>
          <a:lstStyle/>
          <a:p>
            <a:r>
              <a:rPr lang="fr-FR"/>
              <a:t>CONFORMITE GROUPE</a:t>
            </a:r>
            <a:endParaRPr lang="fr-SN"/>
          </a:p>
        </p:txBody>
      </p:sp>
      <p:sp>
        <p:nvSpPr>
          <p:cNvPr id="6" name="Espace réservé du numéro de diapositive 5">
            <a:extLst>
              <a:ext uri="{FF2B5EF4-FFF2-40B4-BE49-F238E27FC236}">
                <a16:creationId xmlns:a16="http://schemas.microsoft.com/office/drawing/2014/main" id="{555C82C6-8909-AC0E-5B3C-67AA7E158B17}"/>
              </a:ext>
            </a:extLst>
          </p:cNvPr>
          <p:cNvSpPr>
            <a:spLocks noGrp="1"/>
          </p:cNvSpPr>
          <p:nvPr>
            <p:ph type="sldNum" sz="quarter" idx="12"/>
          </p:nvPr>
        </p:nvSpPr>
        <p:spPr/>
        <p:txBody>
          <a:bodyPr/>
          <a:lstStyle/>
          <a:p>
            <a:fld id="{7C81BB02-36E2-4D4F-9543-3D0240FE2CC7}" type="slidenum">
              <a:rPr lang="fr-SN" smtClean="0"/>
              <a:t>‹N°›</a:t>
            </a:fld>
            <a:endParaRPr lang="fr-SN"/>
          </a:p>
        </p:txBody>
      </p:sp>
    </p:spTree>
    <p:extLst>
      <p:ext uri="{BB962C8B-B14F-4D97-AF65-F5344CB8AC3E}">
        <p14:creationId xmlns:p14="http://schemas.microsoft.com/office/powerpoint/2010/main" val="40322980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re uniquem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fr-FR" noProof="0"/>
              <a:t>Cliquez pour modifier le titre de la page</a:t>
            </a:r>
          </a:p>
        </p:txBody>
      </p:sp>
      <p:sp>
        <p:nvSpPr>
          <p:cNvPr id="5" name="Sous-titr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1" y="1008000"/>
            <a:ext cx="11339513" cy="360000"/>
          </a:xfrm>
        </p:spPr>
        <p:txBody>
          <a:bodyPr rtlCol="0"/>
          <a:lstStyle>
            <a:lvl1pPr marL="0" indent="0">
              <a:buNone/>
              <a:defRPr/>
            </a:lvl1pPr>
            <a:lvl2pPr marL="266693" indent="0">
              <a:buNone/>
              <a:defRPr/>
            </a:lvl2pPr>
            <a:lvl3pPr marL="542912" indent="0">
              <a:buNone/>
              <a:defRPr/>
            </a:lvl3pPr>
            <a:lvl4pPr marL="809605" indent="0">
              <a:buNone/>
              <a:defRPr/>
            </a:lvl4pPr>
            <a:lvl5pPr marL="1076298" indent="0">
              <a:buNone/>
              <a:defRPr/>
            </a:lvl5pPr>
          </a:lstStyle>
          <a:p>
            <a:pPr lvl="0" rtl="0"/>
            <a:r>
              <a:rPr lang="fr-FR" noProof="0"/>
              <a:t>Sous-titre</a:t>
            </a:r>
          </a:p>
        </p:txBody>
      </p:sp>
      <p:sp>
        <p:nvSpPr>
          <p:cNvPr id="6" name="Espace réservé du numéro de diapositive 5">
            <a:extLst>
              <a:ext uri="{FF2B5EF4-FFF2-40B4-BE49-F238E27FC236}">
                <a16:creationId xmlns:a16="http://schemas.microsoft.com/office/drawing/2014/main" id="{7A47F3D0-41FC-4430-9F9E-1F78A18D65FE}"/>
              </a:ext>
            </a:extLst>
          </p:cNvPr>
          <p:cNvSpPr>
            <a:spLocks noGrp="1"/>
          </p:cNvSpPr>
          <p:nvPr>
            <p:ph type="sldNum" sz="quarter" idx="33"/>
          </p:nvPr>
        </p:nvSpPr>
        <p:spPr/>
        <p:txBody>
          <a:bodyPr rtlCol="0"/>
          <a:lstStyle/>
          <a:p>
            <a:pPr defTabSz="914377">
              <a:defRPr/>
            </a:pPr>
            <a:fld id="{19B51A1E-902D-48AF-9020-955120F399B6}" type="slidenum">
              <a:rPr lang="fr-FR" smtClean="0">
                <a:solidFill>
                  <a:srgbClr val="FFFFFF"/>
                </a:solidFill>
              </a:rPr>
              <a:pPr defTabSz="914377">
                <a:defRPr/>
              </a:pPr>
              <a:t>‹N°›</a:t>
            </a:fld>
            <a:endParaRPr lang="fr-FR">
              <a:solidFill>
                <a:srgbClr val="FFFFFF"/>
              </a:solidFill>
            </a:endParaRPr>
          </a:p>
        </p:txBody>
      </p:sp>
      <p:sp>
        <p:nvSpPr>
          <p:cNvPr id="7" name="Espace réservé du pied de page 6">
            <a:extLst>
              <a:ext uri="{FF2B5EF4-FFF2-40B4-BE49-F238E27FC236}">
                <a16:creationId xmlns:a16="http://schemas.microsoft.com/office/drawing/2014/main" id="{2ED798F6-1F12-46CE-9AFD-CC66555A191D}"/>
              </a:ext>
            </a:extLst>
          </p:cNvPr>
          <p:cNvSpPr>
            <a:spLocks noGrp="1"/>
          </p:cNvSpPr>
          <p:nvPr>
            <p:ph type="ftr" sz="quarter" idx="34"/>
          </p:nvPr>
        </p:nvSpPr>
        <p:spPr/>
        <p:txBody>
          <a:bodyPr rtlCol="0"/>
          <a:lstStyle/>
          <a:p>
            <a:pPr defTabSz="914377">
              <a:defRPr/>
            </a:pPr>
            <a:r>
              <a:rPr lang="fr-FR">
                <a:solidFill>
                  <a:prstClr val="black">
                    <a:lumMod val="75000"/>
                    <a:lumOff val="25000"/>
                  </a:prstClr>
                </a:solidFill>
              </a:rPr>
              <a:t>CONFORMITE GROUPE</a:t>
            </a:r>
          </a:p>
        </p:txBody>
      </p:sp>
    </p:spTree>
    <p:extLst>
      <p:ext uri="{BB962C8B-B14F-4D97-AF65-F5344CB8AC3E}">
        <p14:creationId xmlns:p14="http://schemas.microsoft.com/office/powerpoint/2010/main" val="579123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4736099-15BD-E82C-7963-37EC35B3F8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SN"/>
          </a:p>
        </p:txBody>
      </p:sp>
      <p:sp>
        <p:nvSpPr>
          <p:cNvPr id="3" name="Espace réservé du texte 2">
            <a:extLst>
              <a:ext uri="{FF2B5EF4-FFF2-40B4-BE49-F238E27FC236}">
                <a16:creationId xmlns:a16="http://schemas.microsoft.com/office/drawing/2014/main" id="{A581966C-CE36-36F6-1394-1A8CAE8B03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e la date 3">
            <a:extLst>
              <a:ext uri="{FF2B5EF4-FFF2-40B4-BE49-F238E27FC236}">
                <a16:creationId xmlns:a16="http://schemas.microsoft.com/office/drawing/2014/main" id="{E9CB415E-C911-726F-A36D-A9B419D3A8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fr-SN"/>
          </a:p>
        </p:txBody>
      </p:sp>
      <p:sp>
        <p:nvSpPr>
          <p:cNvPr id="5" name="Espace réservé du pied de page 4">
            <a:extLst>
              <a:ext uri="{FF2B5EF4-FFF2-40B4-BE49-F238E27FC236}">
                <a16:creationId xmlns:a16="http://schemas.microsoft.com/office/drawing/2014/main" id="{BFD16131-CF71-7E52-6058-CDACA5C495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fr-FR"/>
              <a:t>CONFORMITE GROUPE</a:t>
            </a:r>
            <a:endParaRPr lang="fr-SN"/>
          </a:p>
        </p:txBody>
      </p:sp>
      <p:sp>
        <p:nvSpPr>
          <p:cNvPr id="6" name="Espace réservé du numéro de diapositive 5">
            <a:extLst>
              <a:ext uri="{FF2B5EF4-FFF2-40B4-BE49-F238E27FC236}">
                <a16:creationId xmlns:a16="http://schemas.microsoft.com/office/drawing/2014/main" id="{7F270951-F559-E311-7EF7-37211A0BF7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81BB02-36E2-4D4F-9543-3D0240FE2CC7}" type="slidenum">
              <a:rPr lang="fr-SN" smtClean="0"/>
              <a:t>‹N°›</a:t>
            </a:fld>
            <a:endParaRPr lang="fr-SN"/>
          </a:p>
        </p:txBody>
      </p:sp>
    </p:spTree>
    <p:extLst>
      <p:ext uri="{BB962C8B-B14F-4D97-AF65-F5344CB8AC3E}">
        <p14:creationId xmlns:p14="http://schemas.microsoft.com/office/powerpoint/2010/main" val="1130935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5">
            <a:extLst>
              <a:ext uri="{FF2B5EF4-FFF2-40B4-BE49-F238E27FC236}">
                <a16:creationId xmlns:a16="http://schemas.microsoft.com/office/drawing/2014/main" id="{D4F8ECF4-8136-A7B5-9571-FD1D19A790BD}"/>
              </a:ext>
            </a:extLst>
          </p:cNvPr>
          <p:cNvPicPr>
            <a:picLocks noChangeAspect="1"/>
          </p:cNvPicPr>
          <p:nvPr/>
        </p:nvPicPr>
        <p:blipFill>
          <a:blip r:embed="rId2"/>
          <a:stretch>
            <a:fillRect/>
          </a:stretch>
        </p:blipFill>
        <p:spPr>
          <a:xfrm>
            <a:off x="176616" y="150840"/>
            <a:ext cx="6167914" cy="6556319"/>
          </a:xfrm>
          <a:prstGeom prst="rect">
            <a:avLst/>
          </a:prstGeom>
          <a:ln>
            <a:noFill/>
          </a:ln>
        </p:spPr>
      </p:pic>
      <p:sp>
        <p:nvSpPr>
          <p:cNvPr id="3" name="ZoneTexte 9">
            <a:extLst>
              <a:ext uri="{FF2B5EF4-FFF2-40B4-BE49-F238E27FC236}">
                <a16:creationId xmlns:a16="http://schemas.microsoft.com/office/drawing/2014/main" id="{60D5721C-7B89-1625-5967-9103E87A61F9}"/>
              </a:ext>
            </a:extLst>
          </p:cNvPr>
          <p:cNvSpPr txBox="1"/>
          <p:nvPr/>
        </p:nvSpPr>
        <p:spPr>
          <a:xfrm>
            <a:off x="6344530" y="1796250"/>
            <a:ext cx="5847470" cy="4031873"/>
          </a:xfrm>
          <a:prstGeom prst="rect">
            <a:avLst/>
          </a:prstGeom>
          <a:noFill/>
        </p:spPr>
        <p:txBody>
          <a:bodyPr wrap="square">
            <a:spAutoFit/>
          </a:bodyPr>
          <a:lstStyle/>
          <a:p>
            <a:pPr algn="ctr"/>
            <a:r>
              <a:rPr lang="fr-FR" sz="3200" dirty="0">
                <a:solidFill>
                  <a:srgbClr val="00834E"/>
                </a:solidFill>
                <a:latin typeface="Trebuchet MS" panose="020B0603020202020204"/>
                <a:ea typeface="+mj-ea"/>
                <a:cs typeface="+mj-cs"/>
              </a:rPr>
              <a:t>RAPPORT DE SUIVI</a:t>
            </a:r>
          </a:p>
          <a:p>
            <a:pPr algn="ctr"/>
            <a:endParaRPr kumimoji="0" lang="fr-FR" sz="3200" b="0" i="0" u="none" strike="noStrike" kern="1200" cap="none" spc="0" normalizeH="0" baseline="0" noProof="0" dirty="0">
              <a:ln>
                <a:noFill/>
              </a:ln>
              <a:solidFill>
                <a:srgbClr val="00834E"/>
              </a:solidFill>
              <a:effectLst/>
              <a:uLnTx/>
              <a:uFillTx/>
              <a:latin typeface="Trebuchet MS" panose="020B0603020202020204"/>
              <a:ea typeface="+mj-ea"/>
              <a:cs typeface="+mj-cs"/>
            </a:endParaRPr>
          </a:p>
          <a:p>
            <a:pPr algn="ctr"/>
            <a:r>
              <a:rPr kumimoji="0" lang="fr-FR" sz="3200" b="0" i="0" u="none" strike="noStrike" kern="1200" cap="none" spc="0" normalizeH="0" baseline="0" noProof="0" dirty="0">
                <a:ln>
                  <a:noFill/>
                </a:ln>
                <a:solidFill>
                  <a:srgbClr val="00834E"/>
                </a:solidFill>
                <a:effectLst/>
                <a:uLnTx/>
                <a:uFillTx/>
                <a:latin typeface="Trebuchet MS" panose="020B0603020202020204"/>
                <a:ea typeface="+mj-ea"/>
                <a:cs typeface="+mj-cs"/>
              </a:rPr>
              <a:t>CONTRÔLE DE LA FIABILISATION </a:t>
            </a:r>
          </a:p>
          <a:p>
            <a:pPr algn="ctr"/>
            <a:r>
              <a:rPr kumimoji="0" lang="fr-FR" sz="3200" b="0" i="0" u="none" strike="noStrike" kern="1200" cap="none" spc="0" normalizeH="0" baseline="0" noProof="0" dirty="0">
                <a:ln>
                  <a:noFill/>
                </a:ln>
                <a:solidFill>
                  <a:srgbClr val="00834E"/>
                </a:solidFill>
                <a:effectLst/>
                <a:uLnTx/>
                <a:uFillTx/>
                <a:latin typeface="Trebuchet MS" panose="020B0603020202020204"/>
                <a:ea typeface="+mj-ea"/>
                <a:cs typeface="+mj-cs"/>
              </a:rPr>
              <a:t>DES DONNÉES KYC</a:t>
            </a:r>
          </a:p>
          <a:p>
            <a:pPr algn="ctr"/>
            <a:endParaRPr lang="fr-FR" sz="3200" dirty="0">
              <a:solidFill>
                <a:srgbClr val="00834E"/>
              </a:solidFill>
              <a:latin typeface="Trebuchet MS" panose="020B0603020202020204"/>
              <a:ea typeface="+mj-ea"/>
              <a:cs typeface="+mj-cs"/>
            </a:endParaRPr>
          </a:p>
          <a:p>
            <a:pPr algn="ctr"/>
            <a:r>
              <a:rPr lang="fr-FR" sz="3200" dirty="0">
                <a:solidFill>
                  <a:srgbClr val="00834E"/>
                </a:solidFill>
                <a:latin typeface="Trebuchet MS" panose="020B0603020202020204"/>
                <a:ea typeface="+mj-ea"/>
                <a:cs typeface="+mj-cs"/>
              </a:rPr>
              <a:t>BOA </a:t>
            </a:r>
          </a:p>
          <a:p>
            <a:pPr algn="ctr"/>
            <a:r>
              <a:rPr lang="fr-FR" sz="3200" dirty="0">
                <a:solidFill>
                  <a:srgbClr val="00834E"/>
                </a:solidFill>
                <a:latin typeface="Trebuchet MS" panose="020B0603020202020204"/>
                <a:ea typeface="+mj-ea"/>
                <a:cs typeface="+mj-cs"/>
              </a:rPr>
              <a:t>//20XX</a:t>
            </a:r>
            <a:endParaRPr lang="fr-SN" sz="3200" dirty="0">
              <a:solidFill>
                <a:srgbClr val="00834E"/>
              </a:solidFill>
            </a:endParaRPr>
          </a:p>
        </p:txBody>
      </p:sp>
      <p:grpSp>
        <p:nvGrpSpPr>
          <p:cNvPr id="4" name="Groupe 17">
            <a:extLst>
              <a:ext uri="{FF2B5EF4-FFF2-40B4-BE49-F238E27FC236}">
                <a16:creationId xmlns:a16="http://schemas.microsoft.com/office/drawing/2014/main" id="{CE145468-5F83-51C7-6E20-84C7C1DBF619}"/>
              </a:ext>
            </a:extLst>
          </p:cNvPr>
          <p:cNvGrpSpPr/>
          <p:nvPr/>
        </p:nvGrpSpPr>
        <p:grpSpPr>
          <a:xfrm>
            <a:off x="7731762" y="5860221"/>
            <a:ext cx="3183467" cy="428246"/>
            <a:chOff x="7676531" y="128844"/>
            <a:chExt cx="3183467" cy="428246"/>
          </a:xfrm>
        </p:grpSpPr>
        <p:sp>
          <p:nvSpPr>
            <p:cNvPr id="5" name="ZoneTexte 10">
              <a:extLst>
                <a:ext uri="{FF2B5EF4-FFF2-40B4-BE49-F238E27FC236}">
                  <a16:creationId xmlns:a16="http://schemas.microsoft.com/office/drawing/2014/main" id="{0197B90A-30CA-1546-DE72-EC09C187D9DB}"/>
                </a:ext>
              </a:extLst>
            </p:cNvPr>
            <p:cNvSpPr txBox="1"/>
            <p:nvPr/>
          </p:nvSpPr>
          <p:spPr>
            <a:xfrm>
              <a:off x="7676531" y="128844"/>
              <a:ext cx="3183467" cy="400110"/>
            </a:xfrm>
            <a:prstGeom prst="rect">
              <a:avLst/>
            </a:prstGeom>
            <a:noFill/>
          </p:spPr>
          <p:txBody>
            <a:bodyPr wrap="square" rtlCol="0">
              <a:spAutoFit/>
            </a:bodyPr>
            <a:lstStyle/>
            <a:p>
              <a:pPr algn="ctr"/>
              <a:r>
                <a:rPr lang="fr-FR" sz="2000" b="1">
                  <a:latin typeface="Trebuchet MS" panose="020B0603020202020204" pitchFamily="34" charset="0"/>
                </a:rPr>
                <a:t>Conformité BOA GROUP</a:t>
              </a:r>
              <a:endParaRPr lang="fr-SN" sz="2000" b="1">
                <a:latin typeface="Trebuchet MS" panose="020B0603020202020204" pitchFamily="34" charset="0"/>
              </a:endParaRPr>
            </a:p>
          </p:txBody>
        </p:sp>
        <p:cxnSp>
          <p:nvCxnSpPr>
            <p:cNvPr id="6" name="Connecteur droit 12">
              <a:extLst>
                <a:ext uri="{FF2B5EF4-FFF2-40B4-BE49-F238E27FC236}">
                  <a16:creationId xmlns:a16="http://schemas.microsoft.com/office/drawing/2014/main" id="{13706749-7AF3-515F-AC71-E9A785459336}"/>
                </a:ext>
              </a:extLst>
            </p:cNvPr>
            <p:cNvCxnSpPr>
              <a:cxnSpLocks/>
            </p:cNvCxnSpPr>
            <p:nvPr/>
          </p:nvCxnSpPr>
          <p:spPr>
            <a:xfrm>
              <a:off x="8825133" y="557090"/>
              <a:ext cx="942536" cy="0"/>
            </a:xfrm>
            <a:prstGeom prst="line">
              <a:avLst/>
            </a:prstGeom>
            <a:ln w="66675"/>
            <a:effectLst>
              <a:outerShdw blurRad="50800" dist="38100" dir="5400000" algn="t" rotWithShape="0">
                <a:prstClr val="black">
                  <a:alpha val="40000"/>
                </a:prstClr>
              </a:outerShdw>
            </a:effectLst>
          </p:spPr>
          <p:style>
            <a:lnRef idx="2">
              <a:schemeClr val="dk1"/>
            </a:lnRef>
            <a:fillRef idx="0">
              <a:schemeClr val="dk1"/>
            </a:fillRef>
            <a:effectRef idx="1">
              <a:schemeClr val="dk1"/>
            </a:effectRef>
            <a:fontRef idx="minor">
              <a:schemeClr val="tx1"/>
            </a:fontRef>
          </p:style>
        </p:cxnSp>
      </p:grpSp>
      <p:pic>
        <p:nvPicPr>
          <p:cNvPr id="7" name="Picture 2" descr="Description: C:\Users\form\Desktop\mgls BOA 2\M2\last\boa.jpg">
            <a:extLst>
              <a:ext uri="{FF2B5EF4-FFF2-40B4-BE49-F238E27FC236}">
                <a16:creationId xmlns:a16="http://schemas.microsoft.com/office/drawing/2014/main" id="{69C2DAF6-98F8-6F39-2513-98C294A2F4F1}"/>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31762" y="309489"/>
            <a:ext cx="2860431" cy="815926"/>
          </a:xfrm>
          <a:prstGeom prst="rect">
            <a:avLst/>
          </a:prstGeom>
          <a:noFill/>
          <a:ln>
            <a:noFill/>
          </a:ln>
        </p:spPr>
      </p:pic>
    </p:spTree>
    <p:extLst>
      <p:ext uri="{BB962C8B-B14F-4D97-AF65-F5344CB8AC3E}">
        <p14:creationId xmlns:p14="http://schemas.microsoft.com/office/powerpoint/2010/main" val="2079260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4">
            <a:extLst>
              <a:ext uri="{FF2B5EF4-FFF2-40B4-BE49-F238E27FC236}">
                <a16:creationId xmlns:a16="http://schemas.microsoft.com/office/drawing/2014/main" id="{FABFF09E-E6D6-C38C-DCD5-ED19A4FF700D}"/>
              </a:ext>
            </a:extLst>
          </p:cNvPr>
          <p:cNvSpPr>
            <a:spLocks noGrp="1"/>
          </p:cNvSpPr>
          <p:nvPr>
            <p:ph type="sldNum" sz="quarter" idx="12"/>
          </p:nvPr>
        </p:nvSpPr>
        <p:spPr/>
        <p:txBody>
          <a:bodyPr/>
          <a:lstStyle/>
          <a:p>
            <a:fld id="{7C81BB02-36E2-4D4F-9543-3D0240FE2CC7}" type="slidenum">
              <a:rPr lang="fr-SN" smtClean="0"/>
              <a:t>2</a:t>
            </a:fld>
            <a:endParaRPr lang="fr-SN"/>
          </a:p>
        </p:txBody>
      </p:sp>
      <p:sp>
        <p:nvSpPr>
          <p:cNvPr id="3" name="Rectangle 5">
            <a:extLst>
              <a:ext uri="{FF2B5EF4-FFF2-40B4-BE49-F238E27FC236}">
                <a16:creationId xmlns:a16="http://schemas.microsoft.com/office/drawing/2014/main" id="{FA4B2A3B-5057-3343-D26B-95F7ABB3BDE8}"/>
              </a:ext>
            </a:extLst>
          </p:cNvPr>
          <p:cNvSpPr/>
          <p:nvPr/>
        </p:nvSpPr>
        <p:spPr>
          <a:xfrm>
            <a:off x="617838" y="0"/>
            <a:ext cx="3245708" cy="2105637"/>
          </a:xfrm>
          <a:prstGeom prst="rect">
            <a:avLst/>
          </a:prstGeom>
          <a:solidFill>
            <a:srgbClr val="00834E"/>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2800" b="0" i="0" u="none" strike="noStrike" kern="1200" cap="none" spc="0" normalizeH="0" baseline="0" noProof="0" dirty="0">
              <a:ln>
                <a:noFill/>
              </a:ln>
              <a:solidFill>
                <a:prstClr val="white"/>
              </a:solidFill>
              <a:effectLst/>
              <a:uLnTx/>
              <a:uFillTx/>
              <a:latin typeface="Trebuchet MS" panose="020B0603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2800" b="0" i="0" u="none" strike="noStrike" kern="1200" cap="none" spc="0" normalizeH="0" baseline="0" noProof="0" dirty="0">
              <a:ln>
                <a:noFill/>
              </a:ln>
              <a:solidFill>
                <a:prstClr val="white"/>
              </a:solidFill>
              <a:effectLst/>
              <a:uLnTx/>
              <a:uFillTx/>
              <a:latin typeface="Trebuchet MS" panose="020B0603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3600" b="0" i="0" u="none" strike="noStrike" kern="1200" cap="none" spc="0" normalizeH="0" baseline="0" noProof="0" dirty="0">
              <a:ln>
                <a:noFill/>
              </a:ln>
              <a:solidFill>
                <a:prstClr val="white"/>
              </a:solidFill>
              <a:effectLst/>
              <a:uLnTx/>
              <a:uFillTx/>
              <a:latin typeface="Trebuchet MS" panose="020B0603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uLnTx/>
                <a:uFillTx/>
                <a:latin typeface="Trebuchet MS" panose="020B0603020202020204"/>
                <a:ea typeface="+mn-ea"/>
                <a:cs typeface="+mn-cs"/>
              </a:rPr>
              <a:t>SOMMAIRE</a:t>
            </a:r>
            <a:endParaRPr kumimoji="0" lang="fr-FR" sz="3600" b="0" i="0" u="none" strike="noStrike" kern="1200" cap="none" spc="0" normalizeH="0" noProof="0" dirty="0">
              <a:ln>
                <a:noFill/>
              </a:ln>
              <a:solidFill>
                <a:prstClr val="white"/>
              </a:solidFill>
              <a:effectLst/>
              <a:uLnTx/>
              <a:uFillTx/>
              <a:latin typeface="Trebuchet MS" panose="020B0603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36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grpSp>
        <p:nvGrpSpPr>
          <p:cNvPr id="4" name="Groupe 37">
            <a:extLst>
              <a:ext uri="{FF2B5EF4-FFF2-40B4-BE49-F238E27FC236}">
                <a16:creationId xmlns:a16="http://schemas.microsoft.com/office/drawing/2014/main" id="{E2337373-394A-ABB4-2291-20D47A438576}"/>
              </a:ext>
            </a:extLst>
          </p:cNvPr>
          <p:cNvGrpSpPr/>
          <p:nvPr/>
        </p:nvGrpSpPr>
        <p:grpSpPr>
          <a:xfrm>
            <a:off x="1810892" y="2952722"/>
            <a:ext cx="7925449" cy="2602703"/>
            <a:chOff x="406139" y="2141324"/>
            <a:chExt cx="7925449" cy="2602703"/>
          </a:xfrm>
        </p:grpSpPr>
        <p:sp>
          <p:nvSpPr>
            <p:cNvPr id="5" name="ZoneTexte 7">
              <a:extLst>
                <a:ext uri="{FF2B5EF4-FFF2-40B4-BE49-F238E27FC236}">
                  <a16:creationId xmlns:a16="http://schemas.microsoft.com/office/drawing/2014/main" id="{23457A73-B506-519E-E7B6-2AB9118CB501}"/>
                </a:ext>
              </a:extLst>
            </p:cNvPr>
            <p:cNvSpPr txBox="1"/>
            <p:nvPr/>
          </p:nvSpPr>
          <p:spPr>
            <a:xfrm>
              <a:off x="1389599" y="2294130"/>
              <a:ext cx="6936992" cy="369332"/>
            </a:xfrm>
            <a:prstGeom prst="rect">
              <a:avLst/>
            </a:prstGeom>
            <a:noFill/>
          </p:spPr>
          <p:txBody>
            <a:bodyPr wrap="square" rtlCol="0">
              <a:spAutoFit/>
            </a:bodyPr>
            <a:lstStyle/>
            <a:p>
              <a:pPr lvl="0">
                <a:defRPr/>
              </a:pPr>
              <a:r>
                <a:rPr lang="fr-FR" b="1" dirty="0">
                  <a:solidFill>
                    <a:prstClr val="black"/>
                  </a:solidFill>
                  <a:latin typeface="Trebuchet MS" panose="020B0603020202020204" pitchFamily="34" charset="0"/>
                </a:rPr>
                <a:t>TAUX DE COMPLÉTUDE</a:t>
              </a:r>
            </a:p>
          </p:txBody>
        </p:sp>
        <p:sp>
          <p:nvSpPr>
            <p:cNvPr id="6" name="ZoneTexte 8">
              <a:extLst>
                <a:ext uri="{FF2B5EF4-FFF2-40B4-BE49-F238E27FC236}">
                  <a16:creationId xmlns:a16="http://schemas.microsoft.com/office/drawing/2014/main" id="{2C931B95-E647-AB80-18AE-63323BC6E86C}"/>
                </a:ext>
              </a:extLst>
            </p:cNvPr>
            <p:cNvSpPr txBox="1"/>
            <p:nvPr/>
          </p:nvSpPr>
          <p:spPr>
            <a:xfrm>
              <a:off x="1394596" y="3262653"/>
              <a:ext cx="693699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prstClr val="black"/>
                  </a:solidFill>
                  <a:effectLst/>
                  <a:uLnTx/>
                  <a:uFillTx/>
                  <a:latin typeface="Trebuchet MS" panose="020B0603020202020204" pitchFamily="34" charset="0"/>
                </a:rPr>
                <a:t>TAUX DE NON-ANOMALIE</a:t>
              </a:r>
            </a:p>
          </p:txBody>
        </p:sp>
        <p:sp>
          <p:nvSpPr>
            <p:cNvPr id="7" name="ZoneTexte 10">
              <a:extLst>
                <a:ext uri="{FF2B5EF4-FFF2-40B4-BE49-F238E27FC236}">
                  <a16:creationId xmlns:a16="http://schemas.microsoft.com/office/drawing/2014/main" id="{CDFDFD7F-BC2F-D573-2BB7-B731A35899D8}"/>
                </a:ext>
              </a:extLst>
            </p:cNvPr>
            <p:cNvSpPr txBox="1"/>
            <p:nvPr/>
          </p:nvSpPr>
          <p:spPr>
            <a:xfrm>
              <a:off x="415026" y="2141324"/>
              <a:ext cx="1070919"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fr-FR" sz="3600" b="1" dirty="0">
                  <a:solidFill>
                    <a:srgbClr val="00834E"/>
                  </a:solidFill>
                  <a:latin typeface="Trebuchet MS" panose="020B0603020202020204"/>
                </a:rPr>
                <a:t>I</a:t>
              </a:r>
              <a:endParaRPr kumimoji="0" lang="fr-FR" sz="3600" b="1" i="0" u="none" strike="noStrike" kern="1200" cap="none" spc="0" normalizeH="0" baseline="0" noProof="0" dirty="0">
                <a:ln>
                  <a:noFill/>
                </a:ln>
                <a:solidFill>
                  <a:srgbClr val="00834E"/>
                </a:solidFill>
                <a:effectLst/>
                <a:uLnTx/>
                <a:uFillTx/>
                <a:latin typeface="Trebuchet MS" panose="020B0603020202020204"/>
                <a:ea typeface="+mn-ea"/>
                <a:cs typeface="+mn-cs"/>
              </a:endParaRPr>
            </a:p>
          </p:txBody>
        </p:sp>
        <p:sp>
          <p:nvSpPr>
            <p:cNvPr id="8" name="ZoneTexte 11">
              <a:extLst>
                <a:ext uri="{FF2B5EF4-FFF2-40B4-BE49-F238E27FC236}">
                  <a16:creationId xmlns:a16="http://schemas.microsoft.com/office/drawing/2014/main" id="{7B52FD9D-D4BF-642C-DCE0-A6F8B98452CF}"/>
                </a:ext>
              </a:extLst>
            </p:cNvPr>
            <p:cNvSpPr txBox="1"/>
            <p:nvPr/>
          </p:nvSpPr>
          <p:spPr>
            <a:xfrm>
              <a:off x="415026" y="3110001"/>
              <a:ext cx="1070919"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fr-FR" sz="3600" b="1" dirty="0">
                  <a:solidFill>
                    <a:srgbClr val="00834E"/>
                  </a:solidFill>
                  <a:latin typeface="Trebuchet MS" panose="020B0603020202020204"/>
                </a:rPr>
                <a:t>II</a:t>
              </a:r>
              <a:endParaRPr kumimoji="0" lang="fr-FR" sz="3600" b="1" i="0" u="none" strike="noStrike" kern="1200" cap="none" spc="0" normalizeH="0" baseline="0" noProof="0" dirty="0">
                <a:ln>
                  <a:noFill/>
                </a:ln>
                <a:solidFill>
                  <a:srgbClr val="00834E"/>
                </a:solidFill>
                <a:effectLst/>
                <a:uLnTx/>
                <a:uFillTx/>
                <a:latin typeface="Trebuchet MS" panose="020B0603020202020204"/>
                <a:ea typeface="+mn-ea"/>
                <a:cs typeface="+mn-cs"/>
              </a:endParaRPr>
            </a:p>
          </p:txBody>
        </p:sp>
        <p:cxnSp>
          <p:nvCxnSpPr>
            <p:cNvPr id="9" name="Connecteur droit 15">
              <a:extLst>
                <a:ext uri="{FF2B5EF4-FFF2-40B4-BE49-F238E27FC236}">
                  <a16:creationId xmlns:a16="http://schemas.microsoft.com/office/drawing/2014/main" id="{86980410-1AFC-67D4-E390-9A9E2A58499D}"/>
                </a:ext>
              </a:extLst>
            </p:cNvPr>
            <p:cNvCxnSpPr>
              <a:cxnSpLocks/>
            </p:cNvCxnSpPr>
            <p:nvPr/>
          </p:nvCxnSpPr>
          <p:spPr>
            <a:xfrm>
              <a:off x="1485944" y="2663462"/>
              <a:ext cx="6845643" cy="0"/>
            </a:xfrm>
            <a:prstGeom prst="line">
              <a:avLst/>
            </a:prstGeom>
            <a:ln w="28575">
              <a:solidFill>
                <a:srgbClr val="00834E"/>
              </a:solidFill>
            </a:ln>
          </p:spPr>
          <p:style>
            <a:lnRef idx="1">
              <a:schemeClr val="accent1"/>
            </a:lnRef>
            <a:fillRef idx="0">
              <a:schemeClr val="accent1"/>
            </a:fillRef>
            <a:effectRef idx="0">
              <a:schemeClr val="accent1"/>
            </a:effectRef>
            <a:fontRef idx="minor">
              <a:schemeClr val="tx1"/>
            </a:fontRef>
          </p:style>
        </p:cxnSp>
        <p:sp>
          <p:nvSpPr>
            <p:cNvPr id="10" name="ZoneTexte 16">
              <a:extLst>
                <a:ext uri="{FF2B5EF4-FFF2-40B4-BE49-F238E27FC236}">
                  <a16:creationId xmlns:a16="http://schemas.microsoft.com/office/drawing/2014/main" id="{BEC077CA-55AA-0796-891C-119D7806B75E}"/>
                </a:ext>
              </a:extLst>
            </p:cNvPr>
            <p:cNvSpPr txBox="1"/>
            <p:nvPr/>
          </p:nvSpPr>
          <p:spPr>
            <a:xfrm>
              <a:off x="406139" y="4097696"/>
              <a:ext cx="1070919"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fr-FR" sz="3600" b="1" dirty="0">
                  <a:solidFill>
                    <a:srgbClr val="00834E"/>
                  </a:solidFill>
                  <a:latin typeface="Trebuchet MS" panose="020B0603020202020204"/>
                </a:rPr>
                <a:t>III</a:t>
              </a:r>
              <a:endParaRPr kumimoji="0" lang="fr-FR" sz="3600" b="1" i="0" u="none" strike="noStrike" kern="1200" cap="none" spc="0" normalizeH="0" baseline="0" noProof="0" dirty="0">
                <a:ln>
                  <a:noFill/>
                </a:ln>
                <a:solidFill>
                  <a:srgbClr val="00834E"/>
                </a:solidFill>
                <a:effectLst/>
                <a:uLnTx/>
                <a:uFillTx/>
                <a:latin typeface="Trebuchet MS" panose="020B0603020202020204"/>
                <a:ea typeface="+mn-ea"/>
                <a:cs typeface="+mn-cs"/>
              </a:endParaRPr>
            </a:p>
          </p:txBody>
        </p:sp>
        <p:sp>
          <p:nvSpPr>
            <p:cNvPr id="11" name="ZoneTexte 27">
              <a:extLst>
                <a:ext uri="{FF2B5EF4-FFF2-40B4-BE49-F238E27FC236}">
                  <a16:creationId xmlns:a16="http://schemas.microsoft.com/office/drawing/2014/main" id="{DD133256-4C40-75D1-B846-A958E3560201}"/>
                </a:ext>
              </a:extLst>
            </p:cNvPr>
            <p:cNvSpPr txBox="1"/>
            <p:nvPr/>
          </p:nvSpPr>
          <p:spPr>
            <a:xfrm>
              <a:off x="1389599" y="4227128"/>
              <a:ext cx="693699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prstClr val="black"/>
                  </a:solidFill>
                  <a:effectLst/>
                  <a:uLnTx/>
                  <a:uFillTx/>
                  <a:latin typeface="Trebuchet MS" panose="020B0603020202020204" pitchFamily="34" charset="0"/>
                </a:rPr>
                <a:t>REMARQUES</a:t>
              </a:r>
            </a:p>
          </p:txBody>
        </p:sp>
        <p:cxnSp>
          <p:nvCxnSpPr>
            <p:cNvPr id="12" name="Connecteur droit 31">
              <a:extLst>
                <a:ext uri="{FF2B5EF4-FFF2-40B4-BE49-F238E27FC236}">
                  <a16:creationId xmlns:a16="http://schemas.microsoft.com/office/drawing/2014/main" id="{48DE4A4A-45C1-0CE2-4AB2-4970F7ECF9E1}"/>
                </a:ext>
              </a:extLst>
            </p:cNvPr>
            <p:cNvCxnSpPr>
              <a:cxnSpLocks/>
            </p:cNvCxnSpPr>
            <p:nvPr/>
          </p:nvCxnSpPr>
          <p:spPr>
            <a:xfrm>
              <a:off x="1485944" y="3635239"/>
              <a:ext cx="6845643" cy="0"/>
            </a:xfrm>
            <a:prstGeom prst="line">
              <a:avLst/>
            </a:prstGeom>
            <a:ln w="28575">
              <a:solidFill>
                <a:srgbClr val="00834E"/>
              </a:solidFill>
            </a:ln>
          </p:spPr>
          <p:style>
            <a:lnRef idx="1">
              <a:schemeClr val="accent1"/>
            </a:lnRef>
            <a:fillRef idx="0">
              <a:schemeClr val="accent1"/>
            </a:fillRef>
            <a:effectRef idx="0">
              <a:schemeClr val="accent1"/>
            </a:effectRef>
            <a:fontRef idx="minor">
              <a:schemeClr val="tx1"/>
            </a:fontRef>
          </p:style>
        </p:cxnSp>
        <p:cxnSp>
          <p:nvCxnSpPr>
            <p:cNvPr id="13" name="Connecteur droit 33">
              <a:extLst>
                <a:ext uri="{FF2B5EF4-FFF2-40B4-BE49-F238E27FC236}">
                  <a16:creationId xmlns:a16="http://schemas.microsoft.com/office/drawing/2014/main" id="{D6B2E143-83D0-4450-4639-D8880B4ED23B}"/>
                </a:ext>
              </a:extLst>
            </p:cNvPr>
            <p:cNvCxnSpPr>
              <a:cxnSpLocks/>
            </p:cNvCxnSpPr>
            <p:nvPr/>
          </p:nvCxnSpPr>
          <p:spPr>
            <a:xfrm>
              <a:off x="1485945" y="4619726"/>
              <a:ext cx="6845643" cy="0"/>
            </a:xfrm>
            <a:prstGeom prst="line">
              <a:avLst/>
            </a:prstGeom>
            <a:ln w="28575">
              <a:solidFill>
                <a:srgbClr val="00834E"/>
              </a:solidFill>
            </a:ln>
          </p:spPr>
          <p:style>
            <a:lnRef idx="1">
              <a:schemeClr val="accent1"/>
            </a:lnRef>
            <a:fillRef idx="0">
              <a:schemeClr val="accent1"/>
            </a:fillRef>
            <a:effectRef idx="0">
              <a:schemeClr val="accent1"/>
            </a:effectRef>
            <a:fontRef idx="minor">
              <a:schemeClr val="tx1"/>
            </a:fontRef>
          </p:style>
        </p:cxnSp>
      </p:grpSp>
      <p:pic>
        <p:nvPicPr>
          <p:cNvPr id="14" name="Picture 2" descr="Description: C:\Users\form\Desktop\mgls BOA 2\M2\last\boa.jpg">
            <a:extLst>
              <a:ext uri="{FF2B5EF4-FFF2-40B4-BE49-F238E27FC236}">
                <a16:creationId xmlns:a16="http://schemas.microsoft.com/office/drawing/2014/main" id="{7486F2F0-2A54-F19A-829F-A7FFE0D2BF01}"/>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42031" y="2"/>
            <a:ext cx="2494547" cy="669311"/>
          </a:xfrm>
          <a:prstGeom prst="rect">
            <a:avLst/>
          </a:prstGeom>
          <a:noFill/>
          <a:ln>
            <a:noFill/>
          </a:ln>
        </p:spPr>
      </p:pic>
      <p:sp>
        <p:nvSpPr>
          <p:cNvPr id="15" name="ZoneTexte 16">
            <a:extLst>
              <a:ext uri="{FF2B5EF4-FFF2-40B4-BE49-F238E27FC236}">
                <a16:creationId xmlns:a16="http://schemas.microsoft.com/office/drawing/2014/main" id="{9CC0E9CC-C496-66F6-A073-33317FCE3C73}"/>
              </a:ext>
            </a:extLst>
          </p:cNvPr>
          <p:cNvSpPr txBox="1"/>
          <p:nvPr/>
        </p:nvSpPr>
        <p:spPr>
          <a:xfrm>
            <a:off x="1810892" y="5916847"/>
            <a:ext cx="1070919"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fr-FR" sz="3600" b="1" dirty="0">
                <a:solidFill>
                  <a:srgbClr val="00834E"/>
                </a:solidFill>
                <a:latin typeface="Trebuchet MS" panose="020B0603020202020204"/>
              </a:rPr>
              <a:t>IV</a:t>
            </a:r>
            <a:endParaRPr kumimoji="0" lang="fr-FR" sz="3600" b="1" i="0" u="none" strike="noStrike" kern="1200" cap="none" spc="0" normalizeH="0" baseline="0" noProof="0" dirty="0">
              <a:ln>
                <a:noFill/>
              </a:ln>
              <a:solidFill>
                <a:srgbClr val="00834E"/>
              </a:solidFill>
              <a:effectLst/>
              <a:uLnTx/>
              <a:uFillTx/>
              <a:latin typeface="Trebuchet MS" panose="020B0603020202020204"/>
              <a:ea typeface="+mn-ea"/>
              <a:cs typeface="+mn-cs"/>
            </a:endParaRPr>
          </a:p>
        </p:txBody>
      </p:sp>
      <p:sp>
        <p:nvSpPr>
          <p:cNvPr id="16" name="ZoneTexte 27">
            <a:extLst>
              <a:ext uri="{FF2B5EF4-FFF2-40B4-BE49-F238E27FC236}">
                <a16:creationId xmlns:a16="http://schemas.microsoft.com/office/drawing/2014/main" id="{A3EA3DF7-D926-F517-5601-10A9386FA21A}"/>
              </a:ext>
            </a:extLst>
          </p:cNvPr>
          <p:cNvSpPr txBox="1"/>
          <p:nvPr/>
        </p:nvSpPr>
        <p:spPr>
          <a:xfrm>
            <a:off x="2794352" y="6046279"/>
            <a:ext cx="693699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prstClr val="black"/>
                </a:solidFill>
                <a:effectLst/>
                <a:uLnTx/>
                <a:uFillTx/>
                <a:latin typeface="Trebuchet MS" panose="020B0603020202020204" pitchFamily="34" charset="0"/>
              </a:rPr>
              <a:t>ANNEXES</a:t>
            </a:r>
          </a:p>
        </p:txBody>
      </p:sp>
      <p:cxnSp>
        <p:nvCxnSpPr>
          <p:cNvPr id="17" name="Connecteur droit 33">
            <a:extLst>
              <a:ext uri="{FF2B5EF4-FFF2-40B4-BE49-F238E27FC236}">
                <a16:creationId xmlns:a16="http://schemas.microsoft.com/office/drawing/2014/main" id="{70FFCBD9-6AC6-D3BC-AF15-F526D01F662A}"/>
              </a:ext>
            </a:extLst>
          </p:cNvPr>
          <p:cNvCxnSpPr>
            <a:cxnSpLocks/>
          </p:cNvCxnSpPr>
          <p:nvPr/>
        </p:nvCxnSpPr>
        <p:spPr>
          <a:xfrm>
            <a:off x="2890698" y="6438877"/>
            <a:ext cx="6845643" cy="0"/>
          </a:xfrm>
          <a:prstGeom prst="line">
            <a:avLst/>
          </a:prstGeom>
          <a:ln w="28575">
            <a:solidFill>
              <a:srgbClr val="00834E"/>
            </a:solidFill>
          </a:ln>
        </p:spPr>
        <p:style>
          <a:lnRef idx="1">
            <a:schemeClr val="accent1"/>
          </a:lnRef>
          <a:fillRef idx="0">
            <a:schemeClr val="accent1"/>
          </a:fillRef>
          <a:effectRef idx="0">
            <a:schemeClr val="accent1"/>
          </a:effectRef>
          <a:fontRef idx="minor">
            <a:schemeClr val="tx1"/>
          </a:fontRef>
        </p:style>
      </p:cxnSp>
      <p:sp>
        <p:nvSpPr>
          <p:cNvPr id="21" name="ZoneTexte 7">
            <a:extLst>
              <a:ext uri="{FF2B5EF4-FFF2-40B4-BE49-F238E27FC236}">
                <a16:creationId xmlns:a16="http://schemas.microsoft.com/office/drawing/2014/main" id="{92ACFD0F-DCFE-49E6-FB89-862A637949DF}"/>
              </a:ext>
            </a:extLst>
          </p:cNvPr>
          <p:cNvSpPr txBox="1"/>
          <p:nvPr/>
        </p:nvSpPr>
        <p:spPr>
          <a:xfrm>
            <a:off x="2794352" y="2247574"/>
            <a:ext cx="6936992" cy="369332"/>
          </a:xfrm>
          <a:prstGeom prst="rect">
            <a:avLst/>
          </a:prstGeom>
          <a:noFill/>
        </p:spPr>
        <p:txBody>
          <a:bodyPr wrap="square" rtlCol="0">
            <a:spAutoFit/>
          </a:bodyPr>
          <a:lstStyle/>
          <a:p>
            <a:pPr lvl="0">
              <a:defRPr/>
            </a:pPr>
            <a:r>
              <a:rPr lang="fr-FR" b="1" dirty="0">
                <a:solidFill>
                  <a:prstClr val="black"/>
                </a:solidFill>
                <a:latin typeface="Trebuchet MS" panose="020B0603020202020204" pitchFamily="34" charset="0"/>
              </a:rPr>
              <a:t>GLOSSAIRE</a:t>
            </a:r>
          </a:p>
        </p:txBody>
      </p:sp>
      <p:sp>
        <p:nvSpPr>
          <p:cNvPr id="22" name="ZoneTexte 10">
            <a:extLst>
              <a:ext uri="{FF2B5EF4-FFF2-40B4-BE49-F238E27FC236}">
                <a16:creationId xmlns:a16="http://schemas.microsoft.com/office/drawing/2014/main" id="{B80D4686-EB3C-8120-B882-8348DD47AE75}"/>
              </a:ext>
            </a:extLst>
          </p:cNvPr>
          <p:cNvSpPr txBox="1"/>
          <p:nvPr/>
        </p:nvSpPr>
        <p:spPr>
          <a:xfrm>
            <a:off x="1819779" y="2094768"/>
            <a:ext cx="1070919"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3600" b="1" i="0" u="none" strike="noStrike" kern="1200" cap="none" spc="0" normalizeH="0" baseline="0" noProof="0" dirty="0">
                <a:ln>
                  <a:noFill/>
                </a:ln>
                <a:solidFill>
                  <a:srgbClr val="00834E"/>
                </a:solidFill>
                <a:effectLst/>
                <a:uLnTx/>
                <a:uFillTx/>
                <a:latin typeface="Trebuchet MS" panose="020B0603020202020204"/>
                <a:ea typeface="+mn-ea"/>
                <a:cs typeface="+mn-cs"/>
              </a:rPr>
              <a:t>0</a:t>
            </a:r>
          </a:p>
        </p:txBody>
      </p:sp>
      <p:cxnSp>
        <p:nvCxnSpPr>
          <p:cNvPr id="23" name="Connecteur droit 15">
            <a:extLst>
              <a:ext uri="{FF2B5EF4-FFF2-40B4-BE49-F238E27FC236}">
                <a16:creationId xmlns:a16="http://schemas.microsoft.com/office/drawing/2014/main" id="{5DB32CE9-41EB-7673-EF19-0958347A84E8}"/>
              </a:ext>
            </a:extLst>
          </p:cNvPr>
          <p:cNvCxnSpPr>
            <a:cxnSpLocks/>
          </p:cNvCxnSpPr>
          <p:nvPr/>
        </p:nvCxnSpPr>
        <p:spPr>
          <a:xfrm>
            <a:off x="2890697" y="2616906"/>
            <a:ext cx="6845643" cy="0"/>
          </a:xfrm>
          <a:prstGeom prst="line">
            <a:avLst/>
          </a:prstGeom>
          <a:ln w="28575">
            <a:solidFill>
              <a:srgbClr val="00834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341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DFC28-44CC-59CB-274F-665066F18439}"/>
            </a:ext>
          </a:extLst>
        </p:cNvPr>
        <p:cNvGrpSpPr/>
        <p:nvPr/>
      </p:nvGrpSpPr>
      <p:grpSpPr>
        <a:xfrm>
          <a:off x="0" y="0"/>
          <a:ext cx="0" cy="0"/>
          <a:chOff x="0" y="0"/>
          <a:chExt cx="0" cy="0"/>
        </a:xfrm>
      </p:grpSpPr>
      <p:sp>
        <p:nvSpPr>
          <p:cNvPr id="3" name="Rectangle 11">
            <a:extLst>
              <a:ext uri="{FF2B5EF4-FFF2-40B4-BE49-F238E27FC236}">
                <a16:creationId xmlns:a16="http://schemas.microsoft.com/office/drawing/2014/main" id="{8762079B-9786-2B41-DC9A-267DA3E80DBC}"/>
              </a:ext>
            </a:extLst>
          </p:cNvPr>
          <p:cNvSpPr/>
          <p:nvPr/>
        </p:nvSpPr>
        <p:spPr>
          <a:xfrm>
            <a:off x="0" y="37045"/>
            <a:ext cx="12192000" cy="6857999"/>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itre 2">
            <a:extLst>
              <a:ext uri="{FF2B5EF4-FFF2-40B4-BE49-F238E27FC236}">
                <a16:creationId xmlns:a16="http://schemas.microsoft.com/office/drawing/2014/main" id="{8FF490D6-B789-EF38-F2B1-77517E20038E}"/>
              </a:ext>
            </a:extLst>
          </p:cNvPr>
          <p:cNvSpPr txBox="1">
            <a:spLocks/>
          </p:cNvSpPr>
          <p:nvPr/>
        </p:nvSpPr>
        <p:spPr>
          <a:xfrm>
            <a:off x="368529" y="60785"/>
            <a:ext cx="11454940" cy="746447"/>
          </a:xfrm>
          <a:prstGeom prst="rect">
            <a:avLst/>
          </a:prstGeom>
          <a:solidFill>
            <a:srgbClr val="00834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a:defRPr sz="2800" b="1">
                <a:latin typeface="Trebuchet MS" panose="020B0603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dirty="0"/>
              <a:t>0. GLOSSAIRE</a:t>
            </a:r>
          </a:p>
        </p:txBody>
      </p:sp>
      <p:pic>
        <p:nvPicPr>
          <p:cNvPr id="5" name="Picture 2" descr="Description: C:\Users\form\Desktop\mgls BOA 2\M2\last\boa.jpg">
            <a:extLst>
              <a:ext uri="{FF2B5EF4-FFF2-40B4-BE49-F238E27FC236}">
                <a16:creationId xmlns:a16="http://schemas.microsoft.com/office/drawing/2014/main" id="{919727D6-2F62-03F8-EA07-2CAAE735698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39469" y="74008"/>
            <a:ext cx="2484000" cy="720000"/>
          </a:xfrm>
          <a:prstGeom prst="rect">
            <a:avLst/>
          </a:prstGeom>
          <a:noFill/>
          <a:ln>
            <a:solidFill>
              <a:schemeClr val="tx1"/>
            </a:solidFill>
          </a:ln>
        </p:spPr>
      </p:pic>
      <p:sp>
        <p:nvSpPr>
          <p:cNvPr id="6" name="Espace réservé du contenu 5">
            <a:extLst>
              <a:ext uri="{FF2B5EF4-FFF2-40B4-BE49-F238E27FC236}">
                <a16:creationId xmlns:a16="http://schemas.microsoft.com/office/drawing/2014/main" id="{5DACEB87-7CB8-A6E6-902C-750D90E53F7A}"/>
              </a:ext>
            </a:extLst>
          </p:cNvPr>
          <p:cNvSpPr>
            <a:spLocks noGrp="1"/>
          </p:cNvSpPr>
          <p:nvPr>
            <p:ph/>
          </p:nvPr>
        </p:nvSpPr>
        <p:spPr>
          <a:xfrm>
            <a:off x="914400" y="3207852"/>
            <a:ext cx="10519524" cy="746447"/>
          </a:xfrm>
          <a:noFill/>
        </p:spPr>
        <p:txBody>
          <a:bodyPr>
            <a:normAutofit/>
          </a:bodyPr>
          <a:lstStyle/>
          <a:p>
            <a:pPr marL="0" marR="0" algn="l">
              <a:lnSpc>
                <a:spcPct val="100000"/>
              </a:lnSpc>
              <a:spcBef>
                <a:spcPts val="0"/>
              </a:spcBef>
              <a:spcAft>
                <a:spcPts val="0"/>
              </a:spcAft>
              <a:buNone/>
            </a:pPr>
            <a:r>
              <a:rPr lang="fr-FR" sz="1800" b="1" dirty="0">
                <a:solidFill>
                  <a:schemeClr val="tx2"/>
                </a:solidFill>
                <a:latin typeface="+mn-lt"/>
                <a:ea typeface="+mn-ea"/>
                <a:cs typeface="+mn-cs"/>
                <a:sym typeface="Arial"/>
              </a:rPr>
              <a:t>3. Taux de fiabilisation ou taux de complétude </a:t>
            </a:r>
            <a:r>
              <a:rPr lang="fr-FR" sz="1800" dirty="0">
                <a:solidFill>
                  <a:schemeClr val="tx2"/>
                </a:solidFill>
                <a:latin typeface="+mn-lt"/>
                <a:ea typeface="+mn-ea"/>
                <a:cs typeface="+mn-cs"/>
                <a:sym typeface="Arial"/>
              </a:rPr>
              <a:t>: proportion d’informations renseignées par </a:t>
            </a:r>
          </a:p>
          <a:p>
            <a:pPr marL="0" marR="0" algn="l">
              <a:lnSpc>
                <a:spcPct val="100000"/>
              </a:lnSpc>
              <a:spcBef>
                <a:spcPts val="0"/>
              </a:spcBef>
              <a:spcAft>
                <a:spcPts val="0"/>
              </a:spcAft>
              <a:buNone/>
            </a:pPr>
            <a:r>
              <a:rPr lang="fr-FR" sz="1800" dirty="0">
                <a:solidFill>
                  <a:schemeClr val="tx2"/>
                </a:solidFill>
                <a:latin typeface="+mn-lt"/>
                <a:ea typeface="+mn-ea"/>
                <a:cs typeface="+mn-cs"/>
                <a:sym typeface="Arial"/>
              </a:rPr>
              <a:t>     rapport au nombre total d’informations attendues pour les champs critiques.</a:t>
            </a:r>
            <a:endParaRPr sz="1800" dirty="0">
              <a:solidFill>
                <a:schemeClr val="tx2"/>
              </a:solidFill>
              <a:latin typeface="+mn-lt"/>
              <a:ea typeface="+mn-ea"/>
              <a:cs typeface="+mn-cs"/>
              <a:sym typeface="Arial"/>
            </a:endParaRPr>
          </a:p>
        </p:txBody>
      </p:sp>
      <p:sp>
        <p:nvSpPr>
          <p:cNvPr id="12" name="Espace réservé du contenu 5">
            <a:extLst>
              <a:ext uri="{FF2B5EF4-FFF2-40B4-BE49-F238E27FC236}">
                <a16:creationId xmlns:a16="http://schemas.microsoft.com/office/drawing/2014/main" id="{F65F0E0A-2A73-4199-F1F5-EB53B147A99B}"/>
              </a:ext>
            </a:extLst>
          </p:cNvPr>
          <p:cNvSpPr txBox="1">
            <a:spLocks/>
          </p:cNvSpPr>
          <p:nvPr/>
        </p:nvSpPr>
        <p:spPr>
          <a:xfrm>
            <a:off x="914400" y="4065554"/>
            <a:ext cx="10363200" cy="233503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a:lstStyle>
          <a:p>
            <a:pPr>
              <a:lnSpc>
                <a:spcPct val="100000"/>
              </a:lnSpc>
              <a:spcBef>
                <a:spcPts val="0"/>
              </a:spcBef>
            </a:pPr>
            <a:r>
              <a:rPr lang="fr-FR" sz="1800" b="1" dirty="0">
                <a:solidFill>
                  <a:schemeClr val="tx2"/>
                </a:solidFill>
                <a:latin typeface="+mn-lt"/>
                <a:ea typeface="+mn-ea"/>
                <a:cs typeface="+mn-cs"/>
                <a:sym typeface="Arial"/>
              </a:rPr>
              <a:t>4. Taux de non-anomalie </a:t>
            </a:r>
            <a:r>
              <a:rPr lang="fr-FR" sz="1800" dirty="0">
                <a:solidFill>
                  <a:schemeClr val="tx2"/>
                </a:solidFill>
                <a:latin typeface="+mn-lt"/>
                <a:ea typeface="+mn-ea"/>
                <a:cs typeface="+mn-cs"/>
                <a:sym typeface="Arial"/>
              </a:rPr>
              <a:t>: proportion d’informations renseignées qui ne présentent pas d’erreurs, </a:t>
            </a:r>
          </a:p>
          <a:p>
            <a:pPr>
              <a:lnSpc>
                <a:spcPct val="100000"/>
              </a:lnSpc>
              <a:spcBef>
                <a:spcPts val="0"/>
              </a:spcBef>
            </a:pPr>
            <a:r>
              <a:rPr lang="fr-FR" sz="1800" dirty="0">
                <a:solidFill>
                  <a:schemeClr val="tx2"/>
                </a:solidFill>
                <a:latin typeface="+mn-lt"/>
                <a:ea typeface="+mn-ea"/>
                <a:cs typeface="+mn-cs"/>
                <a:sym typeface="Arial"/>
              </a:rPr>
              <a:t>    de données caduques ou expirées, selon les contrôles définis ci-dessous pour les clients PP:</a:t>
            </a:r>
          </a:p>
          <a:p>
            <a:pPr>
              <a:lnSpc>
                <a:spcPct val="100000"/>
              </a:lnSpc>
              <a:spcBef>
                <a:spcPts val="0"/>
              </a:spcBef>
            </a:pPr>
            <a:endParaRPr lang="fr-FR" sz="1800" dirty="0">
              <a:solidFill>
                <a:schemeClr val="tx2"/>
              </a:solidFill>
              <a:latin typeface="+mn-lt"/>
              <a:ea typeface="+mn-ea"/>
              <a:cs typeface="+mn-cs"/>
              <a:sym typeface="Arial"/>
            </a:endParaRPr>
          </a:p>
          <a:p>
            <a:pPr marL="857250" lvl="1" indent="-400050">
              <a:buFont typeface="+mj-lt"/>
              <a:buAutoNum type="romanLcPeriod"/>
            </a:pPr>
            <a:r>
              <a:rPr lang="fr-FR" dirty="0">
                <a:solidFill>
                  <a:schemeClr val="tx2"/>
                </a:solidFill>
                <a:ea typeface="+mn-ea"/>
                <a:cs typeface="+mn-cs"/>
                <a:sym typeface="Arial"/>
              </a:rPr>
              <a:t>Date d’expiration du document d’identité;</a:t>
            </a:r>
          </a:p>
          <a:p>
            <a:pPr marL="857250" lvl="1" indent="-400050">
              <a:buFont typeface="+mj-lt"/>
              <a:buAutoNum type="romanLcPeriod"/>
            </a:pPr>
            <a:r>
              <a:rPr lang="fr-FR" sz="1800" dirty="0">
                <a:solidFill>
                  <a:schemeClr val="tx2"/>
                </a:solidFill>
                <a:ea typeface="+mn-ea"/>
                <a:cs typeface="+mn-cs"/>
                <a:sym typeface="Arial"/>
              </a:rPr>
              <a:t>Mineurs de plus de 21 ans et étudiants de plus de 30 ans;</a:t>
            </a:r>
          </a:p>
          <a:p>
            <a:pPr marL="857250" lvl="1" indent="-400050">
              <a:buFont typeface="+mj-lt"/>
              <a:buAutoNum type="romanLcPeriod"/>
            </a:pPr>
            <a:r>
              <a:rPr lang="fr-FR" sz="1800" dirty="0">
                <a:solidFill>
                  <a:schemeClr val="tx2"/>
                </a:solidFill>
                <a:ea typeface="+mn-ea"/>
                <a:cs typeface="+mn-cs"/>
                <a:sym typeface="Arial"/>
              </a:rPr>
              <a:t>Date d’entrée en relation antérieure à la date du jour (production du rapport).</a:t>
            </a:r>
          </a:p>
        </p:txBody>
      </p:sp>
      <p:sp>
        <p:nvSpPr>
          <p:cNvPr id="13" name="Espace réservé du contenu 5">
            <a:extLst>
              <a:ext uri="{FF2B5EF4-FFF2-40B4-BE49-F238E27FC236}">
                <a16:creationId xmlns:a16="http://schemas.microsoft.com/office/drawing/2014/main" id="{32BC4E80-F809-8C2E-9D88-7EC9D17BDBA8}"/>
              </a:ext>
            </a:extLst>
          </p:cNvPr>
          <p:cNvSpPr txBox="1">
            <a:spLocks/>
          </p:cNvSpPr>
          <p:nvPr/>
        </p:nvSpPr>
        <p:spPr>
          <a:xfrm>
            <a:off x="914400" y="1301687"/>
            <a:ext cx="10519524" cy="746447"/>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a:lstStyle>
          <a:p>
            <a:pPr>
              <a:lnSpc>
                <a:spcPct val="100000"/>
              </a:lnSpc>
              <a:spcBef>
                <a:spcPts val="0"/>
              </a:spcBef>
            </a:pPr>
            <a:r>
              <a:rPr lang="fr-FR" sz="1800" b="1" dirty="0">
                <a:solidFill>
                  <a:schemeClr val="tx2"/>
                </a:solidFill>
                <a:latin typeface="+mn-lt"/>
                <a:ea typeface="+mn-ea"/>
                <a:cs typeface="+mn-cs"/>
                <a:sym typeface="Arial"/>
              </a:rPr>
              <a:t>1. Flux</a:t>
            </a:r>
            <a:r>
              <a:rPr lang="fr-FR" sz="1800" dirty="0">
                <a:solidFill>
                  <a:schemeClr val="tx2"/>
                </a:solidFill>
                <a:latin typeface="+mn-lt"/>
                <a:ea typeface="+mn-ea"/>
                <a:cs typeface="+mn-cs"/>
                <a:sym typeface="Arial"/>
              </a:rPr>
              <a:t>: ensemble des entrées en relation du mois précédent.</a:t>
            </a:r>
          </a:p>
        </p:txBody>
      </p:sp>
      <p:sp>
        <p:nvSpPr>
          <p:cNvPr id="15" name="Espace réservé du contenu 5">
            <a:extLst>
              <a:ext uri="{FF2B5EF4-FFF2-40B4-BE49-F238E27FC236}">
                <a16:creationId xmlns:a16="http://schemas.microsoft.com/office/drawing/2014/main" id="{2EE5BB67-CFF7-7CD9-C390-FB27C3DEC3AF}"/>
              </a:ext>
            </a:extLst>
          </p:cNvPr>
          <p:cNvSpPr txBox="1">
            <a:spLocks/>
          </p:cNvSpPr>
          <p:nvPr/>
        </p:nvSpPr>
        <p:spPr>
          <a:xfrm>
            <a:off x="914400" y="2140648"/>
            <a:ext cx="10519524" cy="746447"/>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a:lstStyle>
          <a:p>
            <a:pPr>
              <a:lnSpc>
                <a:spcPct val="100000"/>
              </a:lnSpc>
              <a:spcBef>
                <a:spcPts val="0"/>
              </a:spcBef>
            </a:pPr>
            <a:r>
              <a:rPr lang="fr-FR" sz="1800" b="1" dirty="0">
                <a:solidFill>
                  <a:schemeClr val="tx2"/>
                </a:solidFill>
                <a:latin typeface="+mn-lt"/>
                <a:ea typeface="+mn-ea"/>
                <a:cs typeface="+mn-cs"/>
                <a:sym typeface="Arial"/>
              </a:rPr>
              <a:t>2. Stock</a:t>
            </a:r>
            <a:r>
              <a:rPr lang="fr-FR" sz="1800" dirty="0">
                <a:solidFill>
                  <a:schemeClr val="tx2"/>
                </a:solidFill>
                <a:latin typeface="+mn-lt"/>
                <a:ea typeface="+mn-ea"/>
                <a:cs typeface="+mn-cs"/>
                <a:sym typeface="Arial"/>
              </a:rPr>
              <a:t>: ensemble de la base de données de la clientèle à date t.</a:t>
            </a:r>
          </a:p>
        </p:txBody>
      </p:sp>
    </p:spTree>
    <p:extLst>
      <p:ext uri="{BB962C8B-B14F-4D97-AF65-F5344CB8AC3E}">
        <p14:creationId xmlns:p14="http://schemas.microsoft.com/office/powerpoint/2010/main" val="3833350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6887D-2266-3243-7D50-FD8BD1946AF9}"/>
            </a:ext>
          </a:extLst>
        </p:cNvPr>
        <p:cNvGrpSpPr/>
        <p:nvPr/>
      </p:nvGrpSpPr>
      <p:grpSpPr>
        <a:xfrm>
          <a:off x="0" y="0"/>
          <a:ext cx="0" cy="0"/>
          <a:chOff x="0" y="0"/>
          <a:chExt cx="0" cy="0"/>
        </a:xfrm>
      </p:grpSpPr>
      <p:sp>
        <p:nvSpPr>
          <p:cNvPr id="2" name="Espace réservé du numéro de diapositive 7">
            <a:extLst>
              <a:ext uri="{FF2B5EF4-FFF2-40B4-BE49-F238E27FC236}">
                <a16:creationId xmlns:a16="http://schemas.microsoft.com/office/drawing/2014/main" id="{96A805F7-7321-8F86-DE7F-78104E0291B9}"/>
              </a:ext>
            </a:extLst>
          </p:cNvPr>
          <p:cNvSpPr>
            <a:spLocks noGrp="1"/>
          </p:cNvSpPr>
          <p:nvPr>
            <p:ph type="sldNum" sz="quarter" idx="33"/>
          </p:nvPr>
        </p:nvSpPr>
        <p:spPr>
          <a:xfrm>
            <a:off x="8643090" y="6282238"/>
            <a:ext cx="2743200" cy="365125"/>
          </a:xfrm>
        </p:spPr>
        <p:txBody>
          <a:bodyPr/>
          <a:lstStyle/>
          <a:p>
            <a:pPr defTabSz="914377">
              <a:defRPr/>
            </a:pPr>
            <a:fld id="{19B51A1E-902D-48AF-9020-955120F399B6}" type="slidenum">
              <a:rPr lang="fr-FR">
                <a:solidFill>
                  <a:srgbClr val="FFFFFF"/>
                </a:solidFill>
                <a:latin typeface="Times New Roman" panose="02020603050405020304" pitchFamily="18" charset="0"/>
                <a:ea typeface="Calibri" panose="020F0502020204030204" pitchFamily="34" charset="0"/>
                <a:cs typeface="Times New Roman" panose="02020603050405020304" pitchFamily="18" charset="0"/>
              </a:rPr>
              <a:pPr defTabSz="914377">
                <a:defRPr/>
              </a:pPr>
              <a:t>4</a:t>
            </a:fld>
            <a:endParaRPr lang="fr-FR">
              <a:solidFill>
                <a:srgbClr val="FFFFF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11">
            <a:extLst>
              <a:ext uri="{FF2B5EF4-FFF2-40B4-BE49-F238E27FC236}">
                <a16:creationId xmlns:a16="http://schemas.microsoft.com/office/drawing/2014/main" id="{C52E0382-6630-38CF-6EE6-2856831B4354}"/>
              </a:ext>
            </a:extLst>
          </p:cNvPr>
          <p:cNvSpPr/>
          <p:nvPr/>
        </p:nvSpPr>
        <p:spPr>
          <a:xfrm>
            <a:off x="0" y="37045"/>
            <a:ext cx="12192000" cy="6857999"/>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itre 2">
            <a:extLst>
              <a:ext uri="{FF2B5EF4-FFF2-40B4-BE49-F238E27FC236}">
                <a16:creationId xmlns:a16="http://schemas.microsoft.com/office/drawing/2014/main" id="{D3B42E24-F1B1-7A3A-04E0-4F75FA2A0469}"/>
              </a:ext>
            </a:extLst>
          </p:cNvPr>
          <p:cNvSpPr txBox="1">
            <a:spLocks/>
          </p:cNvSpPr>
          <p:nvPr/>
        </p:nvSpPr>
        <p:spPr>
          <a:xfrm>
            <a:off x="368529" y="60785"/>
            <a:ext cx="11454940" cy="746447"/>
          </a:xfrm>
          <a:prstGeom prst="rect">
            <a:avLst/>
          </a:prstGeom>
          <a:solidFill>
            <a:srgbClr val="00834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a:defRPr sz="2800" b="1">
                <a:latin typeface="Trebuchet MS" panose="020B0603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dirty="0"/>
              <a:t>I.1 TAUX DE COMPLETUDE – APPROCHE CHAMPS</a:t>
            </a:r>
          </a:p>
        </p:txBody>
      </p:sp>
      <p:pic>
        <p:nvPicPr>
          <p:cNvPr id="5" name="Picture 2" descr="Description: C:\Users\form\Desktop\mgls BOA 2\M2\last\boa.jpg">
            <a:extLst>
              <a:ext uri="{FF2B5EF4-FFF2-40B4-BE49-F238E27FC236}">
                <a16:creationId xmlns:a16="http://schemas.microsoft.com/office/drawing/2014/main" id="{7A2C416D-D4E8-7F23-916E-563CD10A8DEC}"/>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28136" y="50188"/>
            <a:ext cx="2484000" cy="720000"/>
          </a:xfrm>
          <a:prstGeom prst="rect">
            <a:avLst/>
          </a:prstGeom>
          <a:noFill/>
          <a:ln>
            <a:solidFill>
              <a:schemeClr val="tx1"/>
            </a:solidFill>
          </a:ln>
        </p:spPr>
      </p:pic>
      <p:cxnSp>
        <p:nvCxnSpPr>
          <p:cNvPr id="7" name="Connecteur droit 6">
            <a:extLst>
              <a:ext uri="{FF2B5EF4-FFF2-40B4-BE49-F238E27FC236}">
                <a16:creationId xmlns:a16="http://schemas.microsoft.com/office/drawing/2014/main" id="{AF57866E-4840-4FBA-9C35-9B858B263FFF}"/>
              </a:ext>
            </a:extLst>
          </p:cNvPr>
          <p:cNvCxnSpPr/>
          <p:nvPr/>
        </p:nvCxnSpPr>
        <p:spPr>
          <a:xfrm>
            <a:off x="533888" y="3789083"/>
            <a:ext cx="11124223" cy="0"/>
          </a:xfrm>
          <a:prstGeom prst="line">
            <a:avLst/>
          </a:prstGeom>
        </p:spPr>
        <p:style>
          <a:lnRef idx="1">
            <a:schemeClr val="accent6"/>
          </a:lnRef>
          <a:fillRef idx="0">
            <a:schemeClr val="accent6"/>
          </a:fillRef>
          <a:effectRef idx="0">
            <a:schemeClr val="accent6"/>
          </a:effectRef>
          <a:fontRef idx="minor">
            <a:schemeClr val="tx1"/>
          </a:fontRef>
        </p:style>
      </p:cxnSp>
      <p:sp>
        <p:nvSpPr>
          <p:cNvPr id="6" name="ZoneTexte 5">
            <a:extLst>
              <a:ext uri="{FF2B5EF4-FFF2-40B4-BE49-F238E27FC236}">
                <a16:creationId xmlns:a16="http://schemas.microsoft.com/office/drawing/2014/main" id="{5C520843-CB4F-CA70-AA7E-828FA735E6B4}"/>
              </a:ext>
            </a:extLst>
          </p:cNvPr>
          <p:cNvSpPr txBox="1"/>
          <p:nvPr/>
        </p:nvSpPr>
        <p:spPr>
          <a:xfrm>
            <a:off x="368529" y="3510396"/>
            <a:ext cx="2072666" cy="261610"/>
          </a:xfrm>
          <a:prstGeom prst="rect">
            <a:avLst/>
          </a:prstGeom>
          <a:noFill/>
          <a:ln>
            <a:noFill/>
          </a:ln>
        </p:spPr>
        <p:txBody>
          <a:bodyPr wrap="square" rtlCol="0">
            <a:spAutoFit/>
          </a:bodyPr>
          <a:lstStyle/>
          <a:p>
            <a:r>
              <a:rPr lang="fr-FR" sz="1050" dirty="0">
                <a:solidFill>
                  <a:schemeClr val="accent1">
                    <a:lumMod val="50000"/>
                  </a:schemeClr>
                </a:solidFill>
              </a:rPr>
              <a:t>(*) Taux de complétude </a:t>
            </a:r>
            <a:r>
              <a:rPr lang="en-GB" sz="1050" dirty="0">
                <a:solidFill>
                  <a:schemeClr val="accent1">
                    <a:lumMod val="50000"/>
                  </a:schemeClr>
                </a:solidFill>
              </a:rPr>
              <a:t>&lt; 100%</a:t>
            </a:r>
            <a:endParaRPr lang="fr-SN" sz="1050" dirty="0">
              <a:solidFill>
                <a:schemeClr val="accent1">
                  <a:lumMod val="50000"/>
                </a:schemeClr>
              </a:solidFill>
            </a:endParaRPr>
          </a:p>
        </p:txBody>
      </p:sp>
      <p:sp>
        <p:nvSpPr>
          <p:cNvPr id="8" name="ZoneTexte 7">
            <a:extLst>
              <a:ext uri="{FF2B5EF4-FFF2-40B4-BE49-F238E27FC236}">
                <a16:creationId xmlns:a16="http://schemas.microsoft.com/office/drawing/2014/main" id="{078247C7-ADDB-CABB-7FF6-6A2255223034}"/>
              </a:ext>
            </a:extLst>
          </p:cNvPr>
          <p:cNvSpPr txBox="1"/>
          <p:nvPr/>
        </p:nvSpPr>
        <p:spPr>
          <a:xfrm>
            <a:off x="368529" y="6578805"/>
            <a:ext cx="2072666" cy="261610"/>
          </a:xfrm>
          <a:prstGeom prst="rect">
            <a:avLst/>
          </a:prstGeom>
          <a:noFill/>
          <a:ln>
            <a:noFill/>
          </a:ln>
        </p:spPr>
        <p:txBody>
          <a:bodyPr wrap="square" rtlCol="0">
            <a:spAutoFit/>
          </a:bodyPr>
          <a:lstStyle/>
          <a:p>
            <a:r>
              <a:rPr lang="fr-FR" sz="1050" dirty="0">
                <a:solidFill>
                  <a:schemeClr val="accent1">
                    <a:lumMod val="50000"/>
                  </a:schemeClr>
                </a:solidFill>
              </a:rPr>
              <a:t>(**) Taux de complétude </a:t>
            </a:r>
            <a:r>
              <a:rPr lang="en-GB" sz="1050" dirty="0">
                <a:solidFill>
                  <a:schemeClr val="accent1">
                    <a:lumMod val="50000"/>
                  </a:schemeClr>
                </a:solidFill>
              </a:rPr>
              <a:t>&lt; 90%</a:t>
            </a:r>
            <a:endParaRPr lang="fr-SN" sz="1050" dirty="0">
              <a:solidFill>
                <a:schemeClr val="accent1">
                  <a:lumMod val="50000"/>
                </a:schemeClr>
              </a:solidFill>
            </a:endParaRPr>
          </a:p>
        </p:txBody>
      </p:sp>
    </p:spTree>
    <p:extLst>
      <p:ext uri="{BB962C8B-B14F-4D97-AF65-F5344CB8AC3E}">
        <p14:creationId xmlns:p14="http://schemas.microsoft.com/office/powerpoint/2010/main" val="1802870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7"/>
          <p:cNvSpPr>
            <a:spLocks noGrp="1"/>
          </p:cNvSpPr>
          <p:nvPr>
            <p:ph type="sldNum" sz="quarter" idx="33"/>
          </p:nvPr>
        </p:nvSpPr>
        <p:spPr>
          <a:xfrm>
            <a:off x="8643090" y="6282238"/>
            <a:ext cx="2743200" cy="365125"/>
          </a:xfrm>
        </p:spPr>
        <p:txBody>
          <a:bodyPr/>
          <a:lstStyle/>
          <a:p>
            <a:pPr defTabSz="914377">
              <a:defRPr/>
            </a:pPr>
            <a:fld id="{19B51A1E-902D-48AF-9020-955120F399B6}" type="slidenum">
              <a:rPr lang="fr-FR" smtClean="0">
                <a:solidFill>
                  <a:srgbClr val="FFFFFF"/>
                </a:solidFill>
                <a:latin typeface="Times New Roman" panose="02020603050405020304" pitchFamily="18" charset="0"/>
                <a:ea typeface="Calibri" panose="020F0502020204030204" pitchFamily="34" charset="0"/>
                <a:cs typeface="Times New Roman" panose="02020603050405020304" pitchFamily="18" charset="0"/>
              </a:rPr>
              <a:pPr defTabSz="914377">
                <a:defRPr/>
              </a:pPr>
              <a:t>5</a:t>
            </a:fld>
            <a:endParaRPr lang="fr-FR">
              <a:solidFill>
                <a:srgbClr val="FFFFF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11">
            <a:extLst>
              <a:ext uri="{FF2B5EF4-FFF2-40B4-BE49-F238E27FC236}">
                <a16:creationId xmlns:a16="http://schemas.microsoft.com/office/drawing/2014/main" id="{CE881096-272C-7AC1-3BF9-5B30883FF259}"/>
              </a:ext>
            </a:extLst>
          </p:cNvPr>
          <p:cNvSpPr/>
          <p:nvPr/>
        </p:nvSpPr>
        <p:spPr>
          <a:xfrm>
            <a:off x="0" y="37045"/>
            <a:ext cx="12192000" cy="6857999"/>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itre 2">
            <a:extLst>
              <a:ext uri="{FF2B5EF4-FFF2-40B4-BE49-F238E27FC236}">
                <a16:creationId xmlns:a16="http://schemas.microsoft.com/office/drawing/2014/main" id="{C709BC0C-E5BB-6FE6-5748-7EA021B69A2C}"/>
              </a:ext>
            </a:extLst>
          </p:cNvPr>
          <p:cNvSpPr txBox="1">
            <a:spLocks/>
          </p:cNvSpPr>
          <p:nvPr/>
        </p:nvSpPr>
        <p:spPr>
          <a:xfrm>
            <a:off x="368529" y="60785"/>
            <a:ext cx="11454940" cy="746447"/>
          </a:xfrm>
          <a:prstGeom prst="rect">
            <a:avLst/>
          </a:prstGeom>
          <a:solidFill>
            <a:srgbClr val="00834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a:defRPr sz="2800" b="1">
                <a:latin typeface="Trebuchet MS" panose="020B0603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dirty="0"/>
              <a:t>I.2 TAUX DE COMPLÉTUDE - APPROCHE PAR CLIENTS</a:t>
            </a:r>
          </a:p>
        </p:txBody>
      </p:sp>
      <p:pic>
        <p:nvPicPr>
          <p:cNvPr id="5" name="Picture 2" descr="Description: C:\Users\form\Desktop\mgls BOA 2\M2\last\boa.jpg">
            <a:extLst>
              <a:ext uri="{FF2B5EF4-FFF2-40B4-BE49-F238E27FC236}">
                <a16:creationId xmlns:a16="http://schemas.microsoft.com/office/drawing/2014/main" id="{408E6DB4-6BBA-F94E-F924-A73D430E8D2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28136" y="50188"/>
            <a:ext cx="2484000" cy="720000"/>
          </a:xfrm>
          <a:prstGeom prst="rect">
            <a:avLst/>
          </a:prstGeom>
          <a:noFill/>
          <a:ln>
            <a:solidFill>
              <a:schemeClr val="tx1"/>
            </a:solidFill>
          </a:ln>
        </p:spPr>
      </p:pic>
      <p:sp>
        <p:nvSpPr>
          <p:cNvPr id="13" name="ZoneTexte 12">
            <a:extLst>
              <a:ext uri="{FF2B5EF4-FFF2-40B4-BE49-F238E27FC236}">
                <a16:creationId xmlns:a16="http://schemas.microsoft.com/office/drawing/2014/main" id="{CECBABF7-405A-D80E-C972-DC2EBEB80530}"/>
              </a:ext>
            </a:extLst>
          </p:cNvPr>
          <p:cNvSpPr txBox="1"/>
          <p:nvPr/>
        </p:nvSpPr>
        <p:spPr>
          <a:xfrm>
            <a:off x="524031" y="1155032"/>
            <a:ext cx="11143935" cy="5261810"/>
          </a:xfrm>
          <a:prstGeom prst="rect">
            <a:avLst/>
          </a:prstGeom>
          <a:noFill/>
          <a:ln>
            <a:solidFill>
              <a:srgbClr val="00834E"/>
            </a:solidFill>
          </a:ln>
        </p:spPr>
        <p:txBody>
          <a:bodyPr wrap="square" rtlCol="0" anchor="ctr">
            <a:noAutofit/>
          </a:bodyPr>
          <a:lstStyle/>
          <a:p>
            <a:pPr algn="just"/>
            <a:r>
              <a:rPr lang="fr-FR" dirty="0"/>
              <a:t>L’approche de conformité par client consiste à déterminer le ratio entre le nombre de clients présentant au moins un champ non renseigné et le nombre total de clients de la banque.</a:t>
            </a:r>
          </a:p>
          <a:p>
            <a:pPr algn="just"/>
            <a:endParaRPr lang="fr-FR" dirty="0"/>
          </a:p>
          <a:p>
            <a:pPr algn="just"/>
            <a:r>
              <a:rPr lang="fr-FR" dirty="0"/>
              <a:t>L’application d’une telle approche conduit mécaniquement à des taux d’incomplétude très élevés, dans la mesure où un client est considéré comme incomplet dès lors qu’un seul champ parmi les 18 champs analysés (exemple des PP) n’est pas renseigné, indépendamment du niveau global d’information disponible sur le client.</a:t>
            </a:r>
          </a:p>
          <a:p>
            <a:pPr algn="just"/>
            <a:endParaRPr lang="fr-FR" dirty="0"/>
          </a:p>
          <a:p>
            <a:r>
              <a:rPr lang="fr-FR" dirty="0"/>
              <a:t>A fin mm/ 2026, le niveau de conformité de la base de données BOA XX se présente ainsi:</a:t>
            </a:r>
          </a:p>
          <a:p>
            <a:endParaRPr lang="fr-FR" dirty="0"/>
          </a:p>
          <a:p>
            <a:endParaRPr lang="fr-FR" dirty="0"/>
          </a:p>
          <a:p>
            <a:endParaRPr lang="fr-FR" dirty="0"/>
          </a:p>
          <a:p>
            <a:endParaRPr lang="fr-FR" dirty="0"/>
          </a:p>
          <a:p>
            <a:endParaRPr lang="fr-FR" dirty="0"/>
          </a:p>
          <a:p>
            <a:endParaRPr lang="fr-FR" dirty="0"/>
          </a:p>
          <a:p>
            <a:endParaRPr lang="fr-FR" dirty="0"/>
          </a:p>
          <a:p>
            <a:endParaRPr lang="fr-FR" dirty="0"/>
          </a:p>
        </p:txBody>
      </p:sp>
    </p:spTree>
    <p:extLst>
      <p:ext uri="{BB962C8B-B14F-4D97-AF65-F5344CB8AC3E}">
        <p14:creationId xmlns:p14="http://schemas.microsoft.com/office/powerpoint/2010/main" val="2960543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7"/>
          <p:cNvSpPr>
            <a:spLocks noGrp="1"/>
          </p:cNvSpPr>
          <p:nvPr>
            <p:ph type="sldNum" sz="quarter" idx="33"/>
          </p:nvPr>
        </p:nvSpPr>
        <p:spPr>
          <a:xfrm>
            <a:off x="8643090" y="6282238"/>
            <a:ext cx="2743200" cy="365125"/>
          </a:xfrm>
        </p:spPr>
        <p:txBody>
          <a:bodyPr/>
          <a:lstStyle/>
          <a:p>
            <a:pPr defTabSz="914377">
              <a:defRPr/>
            </a:pPr>
            <a:fld id="{19B51A1E-902D-48AF-9020-955120F399B6}" type="slidenum">
              <a:rPr lang="fr-FR" smtClean="0">
                <a:solidFill>
                  <a:srgbClr val="FFFFFF"/>
                </a:solidFill>
                <a:latin typeface="Times New Roman" panose="02020603050405020304" pitchFamily="18" charset="0"/>
                <a:ea typeface="Calibri" panose="020F0502020204030204" pitchFamily="34" charset="0"/>
                <a:cs typeface="Times New Roman" panose="02020603050405020304" pitchFamily="18" charset="0"/>
              </a:rPr>
              <a:pPr defTabSz="914377">
                <a:defRPr/>
              </a:pPr>
              <a:t>6</a:t>
            </a:fld>
            <a:endParaRPr lang="fr-FR">
              <a:solidFill>
                <a:srgbClr val="FFFFF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11">
            <a:extLst>
              <a:ext uri="{FF2B5EF4-FFF2-40B4-BE49-F238E27FC236}">
                <a16:creationId xmlns:a16="http://schemas.microsoft.com/office/drawing/2014/main" id="{CE881096-272C-7AC1-3BF9-5B30883FF259}"/>
              </a:ext>
            </a:extLst>
          </p:cNvPr>
          <p:cNvSpPr/>
          <p:nvPr/>
        </p:nvSpPr>
        <p:spPr>
          <a:xfrm>
            <a:off x="0" y="37045"/>
            <a:ext cx="12192000" cy="6857999"/>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itre 2">
            <a:extLst>
              <a:ext uri="{FF2B5EF4-FFF2-40B4-BE49-F238E27FC236}">
                <a16:creationId xmlns:a16="http://schemas.microsoft.com/office/drawing/2014/main" id="{C709BC0C-E5BB-6FE6-5748-7EA021B69A2C}"/>
              </a:ext>
            </a:extLst>
          </p:cNvPr>
          <p:cNvSpPr txBox="1">
            <a:spLocks/>
          </p:cNvSpPr>
          <p:nvPr/>
        </p:nvSpPr>
        <p:spPr>
          <a:xfrm>
            <a:off x="368529" y="60785"/>
            <a:ext cx="11454940" cy="746447"/>
          </a:xfrm>
          <a:prstGeom prst="rect">
            <a:avLst/>
          </a:prstGeom>
          <a:solidFill>
            <a:srgbClr val="00834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a:defRPr sz="2800" b="1">
                <a:latin typeface="Trebuchet MS" panose="020B0603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dirty="0"/>
              <a:t>II. TAUX DE NON-ANOMALIE</a:t>
            </a:r>
          </a:p>
        </p:txBody>
      </p:sp>
      <p:pic>
        <p:nvPicPr>
          <p:cNvPr id="7" name="Picture 2" descr="Description: C:\Users\form\Desktop\mgls BOA 2\M2\last\boa.jpg">
            <a:extLst>
              <a:ext uri="{FF2B5EF4-FFF2-40B4-BE49-F238E27FC236}">
                <a16:creationId xmlns:a16="http://schemas.microsoft.com/office/drawing/2014/main" id="{408E6DB4-6BBA-F94E-F924-A73D430E8D2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28136" y="50188"/>
            <a:ext cx="2484000" cy="720000"/>
          </a:xfrm>
          <a:prstGeom prst="rect">
            <a:avLst/>
          </a:prstGeom>
          <a:noFill/>
          <a:ln>
            <a:solidFill>
              <a:schemeClr val="tx1"/>
            </a:solidFill>
          </a:ln>
        </p:spPr>
      </p:pic>
    </p:spTree>
    <p:extLst>
      <p:ext uri="{BB962C8B-B14F-4D97-AF65-F5344CB8AC3E}">
        <p14:creationId xmlns:p14="http://schemas.microsoft.com/office/powerpoint/2010/main" val="1595139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50CCA-3AAC-3B6B-3B52-917F59A6488B}"/>
            </a:ext>
          </a:extLst>
        </p:cNvPr>
        <p:cNvGrpSpPr/>
        <p:nvPr/>
      </p:nvGrpSpPr>
      <p:grpSpPr>
        <a:xfrm>
          <a:off x="0" y="0"/>
          <a:ext cx="0" cy="0"/>
          <a:chOff x="0" y="0"/>
          <a:chExt cx="0" cy="0"/>
        </a:xfrm>
      </p:grpSpPr>
      <p:sp>
        <p:nvSpPr>
          <p:cNvPr id="2" name="Espace réservé du numéro de diapositive 7">
            <a:extLst>
              <a:ext uri="{FF2B5EF4-FFF2-40B4-BE49-F238E27FC236}">
                <a16:creationId xmlns:a16="http://schemas.microsoft.com/office/drawing/2014/main" id="{9DFC455F-98DF-A63D-B077-684D7985EAF4}"/>
              </a:ext>
            </a:extLst>
          </p:cNvPr>
          <p:cNvSpPr>
            <a:spLocks noGrp="1"/>
          </p:cNvSpPr>
          <p:nvPr>
            <p:ph type="sldNum" sz="quarter" idx="33"/>
          </p:nvPr>
        </p:nvSpPr>
        <p:spPr>
          <a:xfrm>
            <a:off x="8643090" y="6282238"/>
            <a:ext cx="2743200" cy="365125"/>
          </a:xfrm>
        </p:spPr>
        <p:txBody>
          <a:bodyPr/>
          <a:lstStyle/>
          <a:p>
            <a:pPr defTabSz="914377">
              <a:defRPr/>
            </a:pPr>
            <a:fld id="{19B51A1E-902D-48AF-9020-955120F399B6}" type="slidenum">
              <a:rPr lang="fr-FR" smtClean="0">
                <a:solidFill>
                  <a:srgbClr val="FFFFFF"/>
                </a:solidFill>
                <a:latin typeface="Times New Roman" panose="02020603050405020304" pitchFamily="18" charset="0"/>
                <a:ea typeface="Calibri" panose="020F0502020204030204" pitchFamily="34" charset="0"/>
                <a:cs typeface="Times New Roman" panose="02020603050405020304" pitchFamily="18" charset="0"/>
              </a:rPr>
              <a:pPr defTabSz="914377">
                <a:defRPr/>
              </a:pPr>
              <a:t>7</a:t>
            </a:fld>
            <a:endParaRPr lang="fr-FR">
              <a:solidFill>
                <a:srgbClr val="FFFFF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11">
            <a:extLst>
              <a:ext uri="{FF2B5EF4-FFF2-40B4-BE49-F238E27FC236}">
                <a16:creationId xmlns:a16="http://schemas.microsoft.com/office/drawing/2014/main" id="{00FA7929-405B-D519-A297-C063E96AB42E}"/>
              </a:ext>
            </a:extLst>
          </p:cNvPr>
          <p:cNvSpPr/>
          <p:nvPr/>
        </p:nvSpPr>
        <p:spPr>
          <a:xfrm>
            <a:off x="0" y="37045"/>
            <a:ext cx="12192000" cy="6857999"/>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ZoneTexte 3">
            <a:extLst>
              <a:ext uri="{FF2B5EF4-FFF2-40B4-BE49-F238E27FC236}">
                <a16:creationId xmlns:a16="http://schemas.microsoft.com/office/drawing/2014/main" id="{12F309A3-8BDA-F026-D28C-A58648215C8A}"/>
              </a:ext>
            </a:extLst>
          </p:cNvPr>
          <p:cNvSpPr txBox="1"/>
          <p:nvPr/>
        </p:nvSpPr>
        <p:spPr>
          <a:xfrm>
            <a:off x="1265274" y="6097572"/>
            <a:ext cx="9537406" cy="646331"/>
          </a:xfrm>
          <a:prstGeom prst="rect">
            <a:avLst/>
          </a:prstGeom>
          <a:noFill/>
          <a:ln>
            <a:solidFill>
              <a:srgbClr val="002060"/>
            </a:solidFill>
          </a:ln>
        </p:spPr>
        <p:txBody>
          <a:bodyPr wrap="square" rtlCol="0">
            <a:spAutoFit/>
          </a:bodyPr>
          <a:lstStyle/>
          <a:p>
            <a:endParaRPr lang="fr-FR" dirty="0"/>
          </a:p>
          <a:p>
            <a:endParaRPr lang="fr-SN" dirty="0"/>
          </a:p>
        </p:txBody>
      </p:sp>
      <p:sp>
        <p:nvSpPr>
          <p:cNvPr id="5" name="Titre 2">
            <a:extLst>
              <a:ext uri="{FF2B5EF4-FFF2-40B4-BE49-F238E27FC236}">
                <a16:creationId xmlns:a16="http://schemas.microsoft.com/office/drawing/2014/main" id="{EA8F7462-A259-90DC-3100-2993BB0C8BCD}"/>
              </a:ext>
            </a:extLst>
          </p:cNvPr>
          <p:cNvSpPr txBox="1">
            <a:spLocks/>
          </p:cNvSpPr>
          <p:nvPr/>
        </p:nvSpPr>
        <p:spPr>
          <a:xfrm>
            <a:off x="368530" y="37045"/>
            <a:ext cx="11454940" cy="746447"/>
          </a:xfrm>
          <a:prstGeom prst="rect">
            <a:avLst/>
          </a:prstGeom>
          <a:solidFill>
            <a:srgbClr val="00834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a:defRPr sz="2800" b="1">
                <a:solidFill>
                  <a:schemeClr val="lt1"/>
                </a:solidFill>
                <a:latin typeface="Trebuchet MS" panose="020B0603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dirty="0"/>
              <a:t>III. REMARQUES ( sert à alimenter les deux slides suivant)</a:t>
            </a:r>
          </a:p>
        </p:txBody>
      </p:sp>
      <p:pic>
        <p:nvPicPr>
          <p:cNvPr id="8" name="Picture 2" descr="Description: C:\Users\form\Desktop\mgls BOA 2\M2\last\boa.jpg">
            <a:extLst>
              <a:ext uri="{FF2B5EF4-FFF2-40B4-BE49-F238E27FC236}">
                <a16:creationId xmlns:a16="http://schemas.microsoft.com/office/drawing/2014/main" id="{AE55826E-B936-169A-F385-BE1F5ABBA65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28136" y="50188"/>
            <a:ext cx="2484000" cy="720000"/>
          </a:xfrm>
          <a:prstGeom prst="rect">
            <a:avLst/>
          </a:prstGeom>
          <a:noFill/>
          <a:ln>
            <a:solidFill>
              <a:schemeClr val="tx1"/>
            </a:solidFill>
          </a:ln>
        </p:spPr>
      </p:pic>
      <p:sp>
        <p:nvSpPr>
          <p:cNvPr id="6" name="ZoneTexte 5">
            <a:extLst>
              <a:ext uri="{FF2B5EF4-FFF2-40B4-BE49-F238E27FC236}">
                <a16:creationId xmlns:a16="http://schemas.microsoft.com/office/drawing/2014/main" id="{3FCB8F08-36C1-15F0-BF18-F11B94C96EF7}"/>
              </a:ext>
            </a:extLst>
          </p:cNvPr>
          <p:cNvSpPr txBox="1"/>
          <p:nvPr/>
        </p:nvSpPr>
        <p:spPr>
          <a:xfrm>
            <a:off x="436264" y="1070968"/>
            <a:ext cx="3104432" cy="307777"/>
          </a:xfrm>
          <a:prstGeom prst="rect">
            <a:avLst/>
          </a:prstGeom>
          <a:noFill/>
          <a:ln>
            <a:solidFill>
              <a:srgbClr val="002060"/>
            </a:solidFill>
          </a:ln>
        </p:spPr>
        <p:txBody>
          <a:bodyPr wrap="square" rtlCol="0">
            <a:spAutoFit/>
          </a:bodyPr>
          <a:lstStyle/>
          <a:p>
            <a:r>
              <a:rPr lang="fr-FR" sz="1400" dirty="0"/>
              <a:t>1. Répartition des taux de complétude </a:t>
            </a:r>
            <a:endParaRPr lang="fr-SN" sz="1400" dirty="0"/>
          </a:p>
        </p:txBody>
      </p:sp>
      <p:sp>
        <p:nvSpPr>
          <p:cNvPr id="7" name="ZoneTexte 6">
            <a:extLst>
              <a:ext uri="{FF2B5EF4-FFF2-40B4-BE49-F238E27FC236}">
                <a16:creationId xmlns:a16="http://schemas.microsoft.com/office/drawing/2014/main" id="{EE222DAB-753E-09D7-6951-13C10185110B}"/>
              </a:ext>
            </a:extLst>
          </p:cNvPr>
          <p:cNvSpPr txBox="1"/>
          <p:nvPr/>
        </p:nvSpPr>
        <p:spPr>
          <a:xfrm>
            <a:off x="436264" y="4534394"/>
            <a:ext cx="4106756" cy="307777"/>
          </a:xfrm>
          <a:prstGeom prst="rect">
            <a:avLst/>
          </a:prstGeom>
          <a:noFill/>
          <a:ln>
            <a:solidFill>
              <a:srgbClr val="002060"/>
            </a:solidFill>
          </a:ln>
        </p:spPr>
        <p:txBody>
          <a:bodyPr wrap="square" rtlCol="0">
            <a:spAutoFit/>
          </a:bodyPr>
          <a:lstStyle/>
          <a:p>
            <a:r>
              <a:rPr lang="fr-FR" sz="1400" dirty="0"/>
              <a:t>3. Répartition des notes du Contrôle permanent</a:t>
            </a:r>
            <a:endParaRPr lang="fr-SN" sz="1400" dirty="0"/>
          </a:p>
        </p:txBody>
      </p:sp>
      <p:sp>
        <p:nvSpPr>
          <p:cNvPr id="9" name="ZoneTexte 8">
            <a:extLst>
              <a:ext uri="{FF2B5EF4-FFF2-40B4-BE49-F238E27FC236}">
                <a16:creationId xmlns:a16="http://schemas.microsoft.com/office/drawing/2014/main" id="{0C1E842E-C4D8-343B-0967-FE3D60A247A0}"/>
              </a:ext>
            </a:extLst>
          </p:cNvPr>
          <p:cNvSpPr txBox="1"/>
          <p:nvPr/>
        </p:nvSpPr>
        <p:spPr>
          <a:xfrm>
            <a:off x="437446" y="2924775"/>
            <a:ext cx="3368201" cy="307777"/>
          </a:xfrm>
          <a:prstGeom prst="rect">
            <a:avLst/>
          </a:prstGeom>
          <a:noFill/>
          <a:ln>
            <a:solidFill>
              <a:srgbClr val="002060"/>
            </a:solidFill>
          </a:ln>
        </p:spPr>
        <p:txBody>
          <a:bodyPr wrap="square" rtlCol="0">
            <a:spAutoFit/>
          </a:bodyPr>
          <a:lstStyle/>
          <a:p>
            <a:r>
              <a:rPr lang="fr-FR" sz="1400" dirty="0"/>
              <a:t>2. Répartition des taux de non-anomalie</a:t>
            </a:r>
            <a:endParaRPr lang="fr-SN" sz="1400" dirty="0"/>
          </a:p>
        </p:txBody>
      </p:sp>
      <p:graphicFrame>
        <p:nvGraphicFramePr>
          <p:cNvPr id="30" name="Diagramme 29">
            <a:extLst>
              <a:ext uri="{FF2B5EF4-FFF2-40B4-BE49-F238E27FC236}">
                <a16:creationId xmlns:a16="http://schemas.microsoft.com/office/drawing/2014/main" id="{A6895048-4AD6-840F-A82B-A7DD98802D9F}"/>
              </a:ext>
            </a:extLst>
          </p:cNvPr>
          <p:cNvGraphicFramePr/>
          <p:nvPr>
            <p:extLst>
              <p:ext uri="{D42A27DB-BD31-4B8C-83A1-F6EECF244321}">
                <p14:modId xmlns:p14="http://schemas.microsoft.com/office/powerpoint/2010/main" val="3148358189"/>
              </p:ext>
            </p:extLst>
          </p:nvPr>
        </p:nvGraphicFramePr>
        <p:xfrm>
          <a:off x="4676905" y="1666221"/>
          <a:ext cx="5944153" cy="41107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1" name="ZoneTexte 30">
            <a:extLst>
              <a:ext uri="{FF2B5EF4-FFF2-40B4-BE49-F238E27FC236}">
                <a16:creationId xmlns:a16="http://schemas.microsoft.com/office/drawing/2014/main" id="{230C949F-8D75-A910-BF7B-53B3B1682A6A}"/>
              </a:ext>
            </a:extLst>
          </p:cNvPr>
          <p:cNvSpPr txBox="1"/>
          <p:nvPr/>
        </p:nvSpPr>
        <p:spPr>
          <a:xfrm>
            <a:off x="7385560" y="2351165"/>
            <a:ext cx="4106756" cy="307777"/>
          </a:xfrm>
          <a:prstGeom prst="rect">
            <a:avLst/>
          </a:prstGeom>
          <a:noFill/>
          <a:ln>
            <a:solidFill>
              <a:srgbClr val="002060"/>
            </a:solidFill>
          </a:ln>
        </p:spPr>
        <p:txBody>
          <a:bodyPr wrap="square" rtlCol="0">
            <a:spAutoFit/>
          </a:bodyPr>
          <a:lstStyle/>
          <a:p>
            <a:pPr algn="ctr"/>
            <a:r>
              <a:rPr lang="fr-FR" sz="1400" dirty="0"/>
              <a:t>4. Notation Finale</a:t>
            </a:r>
            <a:endParaRPr lang="fr-SN" sz="1400" dirty="0"/>
          </a:p>
        </p:txBody>
      </p:sp>
    </p:spTree>
    <p:extLst>
      <p:ext uri="{BB962C8B-B14F-4D97-AF65-F5344CB8AC3E}">
        <p14:creationId xmlns:p14="http://schemas.microsoft.com/office/powerpoint/2010/main" val="1143732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50CCA-3AAC-3B6B-3B52-917F59A6488B}"/>
            </a:ext>
          </a:extLst>
        </p:cNvPr>
        <p:cNvGrpSpPr/>
        <p:nvPr/>
      </p:nvGrpSpPr>
      <p:grpSpPr>
        <a:xfrm>
          <a:off x="0" y="0"/>
          <a:ext cx="0" cy="0"/>
          <a:chOff x="0" y="0"/>
          <a:chExt cx="0" cy="0"/>
        </a:xfrm>
      </p:grpSpPr>
      <p:sp>
        <p:nvSpPr>
          <p:cNvPr id="2" name="Espace réservé du numéro de diapositive 7">
            <a:extLst>
              <a:ext uri="{FF2B5EF4-FFF2-40B4-BE49-F238E27FC236}">
                <a16:creationId xmlns:a16="http://schemas.microsoft.com/office/drawing/2014/main" id="{9DFC455F-98DF-A63D-B077-684D7985EAF4}"/>
              </a:ext>
            </a:extLst>
          </p:cNvPr>
          <p:cNvSpPr>
            <a:spLocks noGrp="1"/>
          </p:cNvSpPr>
          <p:nvPr>
            <p:ph type="sldNum" sz="quarter" idx="33"/>
          </p:nvPr>
        </p:nvSpPr>
        <p:spPr>
          <a:xfrm>
            <a:off x="8643090" y="6282238"/>
            <a:ext cx="2743200" cy="365125"/>
          </a:xfrm>
        </p:spPr>
        <p:txBody>
          <a:bodyPr/>
          <a:lstStyle/>
          <a:p>
            <a:pPr defTabSz="914377">
              <a:defRPr/>
            </a:pPr>
            <a:fld id="{19B51A1E-902D-48AF-9020-955120F399B6}" type="slidenum">
              <a:rPr lang="fr-FR" smtClean="0">
                <a:solidFill>
                  <a:srgbClr val="FFFFFF"/>
                </a:solidFill>
                <a:latin typeface="Times New Roman" panose="02020603050405020304" pitchFamily="18" charset="0"/>
                <a:ea typeface="Calibri" panose="020F0502020204030204" pitchFamily="34" charset="0"/>
                <a:cs typeface="Times New Roman" panose="02020603050405020304" pitchFamily="18" charset="0"/>
              </a:rPr>
              <a:pPr defTabSz="914377">
                <a:defRPr/>
              </a:pPr>
              <a:t>8</a:t>
            </a:fld>
            <a:endParaRPr lang="fr-FR" dirty="0">
              <a:solidFill>
                <a:srgbClr val="FFFFF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11">
            <a:extLst>
              <a:ext uri="{FF2B5EF4-FFF2-40B4-BE49-F238E27FC236}">
                <a16:creationId xmlns:a16="http://schemas.microsoft.com/office/drawing/2014/main" id="{00FA7929-405B-D519-A297-C063E96AB42E}"/>
              </a:ext>
            </a:extLst>
          </p:cNvPr>
          <p:cNvSpPr/>
          <p:nvPr/>
        </p:nvSpPr>
        <p:spPr>
          <a:xfrm>
            <a:off x="0" y="37045"/>
            <a:ext cx="12192000" cy="6857999"/>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itre 2">
            <a:extLst>
              <a:ext uri="{FF2B5EF4-FFF2-40B4-BE49-F238E27FC236}">
                <a16:creationId xmlns:a16="http://schemas.microsoft.com/office/drawing/2014/main" id="{EA8F7462-A259-90DC-3100-2993BB0C8BCD}"/>
              </a:ext>
            </a:extLst>
          </p:cNvPr>
          <p:cNvSpPr txBox="1">
            <a:spLocks/>
          </p:cNvSpPr>
          <p:nvPr/>
        </p:nvSpPr>
        <p:spPr>
          <a:xfrm>
            <a:off x="368530" y="37045"/>
            <a:ext cx="11454940" cy="746447"/>
          </a:xfrm>
          <a:prstGeom prst="rect">
            <a:avLst/>
          </a:prstGeom>
          <a:solidFill>
            <a:srgbClr val="00834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a:defRPr sz="2800" b="1">
                <a:solidFill>
                  <a:schemeClr val="lt1"/>
                </a:solidFill>
                <a:latin typeface="Trebuchet MS" panose="020B0603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dirty="0"/>
              <a:t>III. REMARQUES (1/2)</a:t>
            </a:r>
          </a:p>
        </p:txBody>
      </p:sp>
      <p:pic>
        <p:nvPicPr>
          <p:cNvPr id="6" name="Picture 2" descr="Description: C:\Users\form\Desktop\mgls BOA 2\M2\last\boa.jpg">
            <a:extLst>
              <a:ext uri="{FF2B5EF4-FFF2-40B4-BE49-F238E27FC236}">
                <a16:creationId xmlns:a16="http://schemas.microsoft.com/office/drawing/2014/main" id="{AE55826E-B936-169A-F385-BE1F5ABBA65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28136" y="50188"/>
            <a:ext cx="2484000" cy="720000"/>
          </a:xfrm>
          <a:prstGeom prst="rect">
            <a:avLst/>
          </a:prstGeom>
          <a:noFill/>
          <a:ln>
            <a:solidFill>
              <a:schemeClr val="tx1"/>
            </a:solidFill>
          </a:ln>
        </p:spPr>
      </p:pic>
      <p:sp>
        <p:nvSpPr>
          <p:cNvPr id="7" name="ZoneTexte 5">
            <a:extLst>
              <a:ext uri="{FF2B5EF4-FFF2-40B4-BE49-F238E27FC236}">
                <a16:creationId xmlns:a16="http://schemas.microsoft.com/office/drawing/2014/main" id="{3FCB8F08-36C1-15F0-BF18-F11B94C96EF7}"/>
              </a:ext>
            </a:extLst>
          </p:cNvPr>
          <p:cNvSpPr txBox="1"/>
          <p:nvPr/>
        </p:nvSpPr>
        <p:spPr>
          <a:xfrm>
            <a:off x="1427463" y="2066075"/>
            <a:ext cx="3104432" cy="307777"/>
          </a:xfrm>
          <a:prstGeom prst="rect">
            <a:avLst/>
          </a:prstGeom>
          <a:noFill/>
          <a:ln>
            <a:solidFill>
              <a:srgbClr val="002060"/>
            </a:solidFill>
          </a:ln>
        </p:spPr>
        <p:txBody>
          <a:bodyPr wrap="square" rtlCol="0">
            <a:spAutoFit/>
          </a:bodyPr>
          <a:lstStyle/>
          <a:p>
            <a:r>
              <a:rPr lang="fr-FR" sz="1400" dirty="0"/>
              <a:t>1. Répartition des taux de complétude </a:t>
            </a:r>
            <a:endParaRPr lang="fr-SN" sz="1400" dirty="0"/>
          </a:p>
        </p:txBody>
      </p:sp>
      <p:sp>
        <p:nvSpPr>
          <p:cNvPr id="9" name="ZoneTexte 8">
            <a:extLst>
              <a:ext uri="{FF2B5EF4-FFF2-40B4-BE49-F238E27FC236}">
                <a16:creationId xmlns:a16="http://schemas.microsoft.com/office/drawing/2014/main" id="{0C1E842E-C4D8-343B-0967-FE3D60A247A0}"/>
              </a:ext>
            </a:extLst>
          </p:cNvPr>
          <p:cNvSpPr txBox="1"/>
          <p:nvPr/>
        </p:nvSpPr>
        <p:spPr>
          <a:xfrm>
            <a:off x="7396336" y="2066075"/>
            <a:ext cx="3368201" cy="307777"/>
          </a:xfrm>
          <a:prstGeom prst="rect">
            <a:avLst/>
          </a:prstGeom>
          <a:noFill/>
          <a:ln>
            <a:solidFill>
              <a:srgbClr val="002060"/>
            </a:solidFill>
          </a:ln>
        </p:spPr>
        <p:txBody>
          <a:bodyPr wrap="square" rtlCol="0">
            <a:spAutoFit/>
          </a:bodyPr>
          <a:lstStyle/>
          <a:p>
            <a:r>
              <a:rPr lang="fr-FR" sz="1400" dirty="0"/>
              <a:t>2. Répartition des taux de non-anomalie</a:t>
            </a:r>
            <a:endParaRPr lang="fr-SN" sz="1400" dirty="0"/>
          </a:p>
        </p:txBody>
      </p:sp>
      <p:cxnSp>
        <p:nvCxnSpPr>
          <p:cNvPr id="17" name="Connecteur droit 6">
            <a:extLst>
              <a:ext uri="{FF2B5EF4-FFF2-40B4-BE49-F238E27FC236}">
                <a16:creationId xmlns:a16="http://schemas.microsoft.com/office/drawing/2014/main" id="{38684577-29E3-EAA8-9CBD-8718D61F6C62}"/>
              </a:ext>
            </a:extLst>
          </p:cNvPr>
          <p:cNvCxnSpPr>
            <a:cxnSpLocks/>
          </p:cNvCxnSpPr>
          <p:nvPr/>
        </p:nvCxnSpPr>
        <p:spPr>
          <a:xfrm flipV="1">
            <a:off x="6096000" y="1390650"/>
            <a:ext cx="0" cy="4972050"/>
          </a:xfrm>
          <a:prstGeom prst="line">
            <a:avLst/>
          </a:prstGeom>
        </p:spPr>
        <p:style>
          <a:lnRef idx="1">
            <a:schemeClr val="accent6"/>
          </a:lnRef>
          <a:fillRef idx="0">
            <a:schemeClr val="accent6"/>
          </a:fillRef>
          <a:effectRef idx="0">
            <a:schemeClr val="accent6"/>
          </a:effectRef>
          <a:fontRef idx="minor">
            <a:schemeClr val="tx1"/>
          </a:fontRef>
        </p:style>
      </p:cxnSp>
      <p:sp>
        <p:nvSpPr>
          <p:cNvPr id="21" name="ZoneTexte 5">
            <a:extLst>
              <a:ext uri="{FF2B5EF4-FFF2-40B4-BE49-F238E27FC236}">
                <a16:creationId xmlns:a16="http://schemas.microsoft.com/office/drawing/2014/main" id="{4018EA74-33C2-1774-184C-C834BACA2F1D}"/>
              </a:ext>
            </a:extLst>
          </p:cNvPr>
          <p:cNvSpPr txBox="1"/>
          <p:nvPr/>
        </p:nvSpPr>
        <p:spPr>
          <a:xfrm>
            <a:off x="295279" y="4165021"/>
            <a:ext cx="5556916" cy="2031325"/>
          </a:xfrm>
          <a:prstGeom prst="rect">
            <a:avLst/>
          </a:prstGeom>
          <a:noFill/>
          <a:ln w="3175">
            <a:solidFill>
              <a:schemeClr val="bg2"/>
            </a:solidFill>
          </a:ln>
        </p:spPr>
        <p:txBody>
          <a:bodyPr wrap="square" rtlCol="0">
            <a:spAutoFit/>
          </a:bodyPr>
          <a:lstStyle/>
          <a:p>
            <a:pPr algn="just"/>
            <a:r>
              <a:rPr lang="fr-FR" sz="1400" b="1" dirty="0"/>
              <a:t>Interprétations</a:t>
            </a:r>
            <a:r>
              <a:rPr lang="fr-FR" sz="1400" dirty="0"/>
              <a:t>:</a:t>
            </a:r>
          </a:p>
          <a:p>
            <a:pPr algn="just"/>
            <a:r>
              <a:rPr lang="fr-FR" sz="1400" u="sng" dirty="0"/>
              <a:t>PP</a:t>
            </a:r>
            <a:r>
              <a:rPr lang="fr-FR" sz="1400" dirty="0"/>
              <a:t>: 50 % des chargés de compte de la banque ont un taux de fiabilisation supérieur à 80 %. Cependant, un nombre important d’agents présente un taux de complétude inférieur à 50 % (23 % des CC).</a:t>
            </a:r>
          </a:p>
          <a:p>
            <a:pPr algn="just"/>
            <a:endParaRPr lang="fr-FR" sz="1400" dirty="0"/>
          </a:p>
          <a:p>
            <a:pPr algn="just"/>
            <a:r>
              <a:rPr lang="fr-FR" sz="1400" u="sng" dirty="0"/>
              <a:t>PM</a:t>
            </a:r>
            <a:r>
              <a:rPr lang="fr-FR" sz="1400" dirty="0"/>
              <a:t>: Aucun agent ne présente un taux de complétude supérieur à 80 %. Les champs critiques concernés sont : capital social, chiffre d’affaires, résultat net, registre de commerce et numéro de téléphone. </a:t>
            </a:r>
            <a:endParaRPr lang="fr-SN" sz="1400" dirty="0"/>
          </a:p>
        </p:txBody>
      </p:sp>
      <p:sp>
        <p:nvSpPr>
          <p:cNvPr id="22" name="ZoneTexte 5">
            <a:extLst>
              <a:ext uri="{FF2B5EF4-FFF2-40B4-BE49-F238E27FC236}">
                <a16:creationId xmlns:a16="http://schemas.microsoft.com/office/drawing/2014/main" id="{6332F427-2B7F-9288-9575-5E4AF774C188}"/>
              </a:ext>
            </a:extLst>
          </p:cNvPr>
          <p:cNvSpPr txBox="1"/>
          <p:nvPr/>
        </p:nvSpPr>
        <p:spPr>
          <a:xfrm>
            <a:off x="6339805" y="4165021"/>
            <a:ext cx="5556916" cy="1600438"/>
          </a:xfrm>
          <a:prstGeom prst="rect">
            <a:avLst/>
          </a:prstGeom>
          <a:noFill/>
          <a:ln w="3175">
            <a:solidFill>
              <a:schemeClr val="bg2"/>
            </a:solidFill>
          </a:ln>
        </p:spPr>
        <p:txBody>
          <a:bodyPr wrap="square" rtlCol="0">
            <a:spAutoFit/>
          </a:bodyPr>
          <a:lstStyle/>
          <a:p>
            <a:pPr algn="just"/>
            <a:r>
              <a:rPr lang="fr-FR" sz="1400" b="1" dirty="0"/>
              <a:t>Interprétations</a:t>
            </a:r>
            <a:r>
              <a:rPr lang="fr-FR" sz="1400" dirty="0"/>
              <a:t> : tous les chargés de compte de la banque présentent un taux de non-anomalie supérieur à 80 %.</a:t>
            </a:r>
          </a:p>
          <a:p>
            <a:pPr algn="just"/>
            <a:endParaRPr lang="fr-FR" sz="1400" dirty="0"/>
          </a:p>
          <a:p>
            <a:pPr algn="just"/>
            <a:r>
              <a:rPr lang="fr-FR" sz="1400" dirty="0"/>
              <a:t>Ceci indique que, pour les trois contrôles cités précédemment, les informations renseignées sont majoritairement correctes.</a:t>
            </a:r>
          </a:p>
          <a:p>
            <a:pPr algn="just"/>
            <a:endParaRPr lang="fr-FR" sz="1400" dirty="0"/>
          </a:p>
          <a:p>
            <a:pPr algn="just"/>
            <a:endParaRPr lang="fr-SN" sz="1400" dirty="0"/>
          </a:p>
        </p:txBody>
      </p:sp>
    </p:spTree>
    <p:extLst>
      <p:ext uri="{BB962C8B-B14F-4D97-AF65-F5344CB8AC3E}">
        <p14:creationId xmlns:p14="http://schemas.microsoft.com/office/powerpoint/2010/main" val="2790857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195A3-A904-E1C1-8420-2A01B271553D}"/>
            </a:ext>
          </a:extLst>
        </p:cNvPr>
        <p:cNvGrpSpPr/>
        <p:nvPr/>
      </p:nvGrpSpPr>
      <p:grpSpPr>
        <a:xfrm>
          <a:off x="0" y="0"/>
          <a:ext cx="0" cy="0"/>
          <a:chOff x="0" y="0"/>
          <a:chExt cx="0" cy="0"/>
        </a:xfrm>
      </p:grpSpPr>
      <p:sp>
        <p:nvSpPr>
          <p:cNvPr id="2" name="Espace réservé du numéro de diapositive 7">
            <a:extLst>
              <a:ext uri="{FF2B5EF4-FFF2-40B4-BE49-F238E27FC236}">
                <a16:creationId xmlns:a16="http://schemas.microsoft.com/office/drawing/2014/main" id="{9CA04CB3-742E-5E32-62F8-9F8DD6BE8089}"/>
              </a:ext>
            </a:extLst>
          </p:cNvPr>
          <p:cNvSpPr>
            <a:spLocks noGrp="1"/>
          </p:cNvSpPr>
          <p:nvPr>
            <p:ph type="sldNum" sz="quarter" idx="33"/>
          </p:nvPr>
        </p:nvSpPr>
        <p:spPr>
          <a:xfrm>
            <a:off x="8643090" y="6282238"/>
            <a:ext cx="2743200" cy="365125"/>
          </a:xfrm>
        </p:spPr>
        <p:txBody>
          <a:bodyPr/>
          <a:lstStyle/>
          <a:p>
            <a:pPr defTabSz="914377">
              <a:defRPr/>
            </a:pPr>
            <a:fld id="{19B51A1E-902D-48AF-9020-955120F399B6}" type="slidenum">
              <a:rPr lang="fr-FR" smtClean="0">
                <a:solidFill>
                  <a:srgbClr val="FFFFFF"/>
                </a:solidFill>
                <a:latin typeface="Times New Roman" panose="02020603050405020304" pitchFamily="18" charset="0"/>
                <a:ea typeface="Calibri" panose="020F0502020204030204" pitchFamily="34" charset="0"/>
                <a:cs typeface="Times New Roman" panose="02020603050405020304" pitchFamily="18" charset="0"/>
              </a:rPr>
              <a:pPr defTabSz="914377">
                <a:defRPr/>
              </a:pPr>
              <a:t>9</a:t>
            </a:fld>
            <a:endParaRPr lang="fr-FR">
              <a:solidFill>
                <a:srgbClr val="FFFFF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itre 2">
            <a:extLst>
              <a:ext uri="{FF2B5EF4-FFF2-40B4-BE49-F238E27FC236}">
                <a16:creationId xmlns:a16="http://schemas.microsoft.com/office/drawing/2014/main" id="{0A5F13A4-3B28-D245-F6C5-23DA1CB4A755}"/>
              </a:ext>
            </a:extLst>
          </p:cNvPr>
          <p:cNvSpPr txBox="1">
            <a:spLocks/>
          </p:cNvSpPr>
          <p:nvPr/>
        </p:nvSpPr>
        <p:spPr>
          <a:xfrm>
            <a:off x="368530" y="37045"/>
            <a:ext cx="11454940" cy="746447"/>
          </a:xfrm>
          <a:prstGeom prst="rect">
            <a:avLst/>
          </a:prstGeom>
          <a:solidFill>
            <a:srgbClr val="00834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a:defRPr sz="2800" b="1">
                <a:solidFill>
                  <a:schemeClr val="lt1"/>
                </a:solidFill>
                <a:latin typeface="Trebuchet MS" panose="020B0603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dirty="0"/>
              <a:t>III. REMARQUES (2/2)</a:t>
            </a:r>
          </a:p>
        </p:txBody>
      </p:sp>
      <p:pic>
        <p:nvPicPr>
          <p:cNvPr id="6" name="Picture 2" descr="Description: C:\Users\form\Desktop\mgls BOA 2\M2\last\boa.jpg">
            <a:extLst>
              <a:ext uri="{FF2B5EF4-FFF2-40B4-BE49-F238E27FC236}">
                <a16:creationId xmlns:a16="http://schemas.microsoft.com/office/drawing/2014/main" id="{CD4FFD9D-65B9-93F5-E2AE-B2708E2447F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28136" y="50188"/>
            <a:ext cx="2484000" cy="720000"/>
          </a:xfrm>
          <a:prstGeom prst="rect">
            <a:avLst/>
          </a:prstGeom>
          <a:noFill/>
          <a:ln>
            <a:solidFill>
              <a:schemeClr val="tx1"/>
            </a:solidFill>
          </a:ln>
        </p:spPr>
      </p:pic>
      <p:sp>
        <p:nvSpPr>
          <p:cNvPr id="4" name="ZoneTexte 3">
            <a:extLst>
              <a:ext uri="{FF2B5EF4-FFF2-40B4-BE49-F238E27FC236}">
                <a16:creationId xmlns:a16="http://schemas.microsoft.com/office/drawing/2014/main" id="{41499EE4-294A-CF52-0347-F9604C86375E}"/>
              </a:ext>
            </a:extLst>
          </p:cNvPr>
          <p:cNvSpPr txBox="1"/>
          <p:nvPr/>
        </p:nvSpPr>
        <p:spPr>
          <a:xfrm>
            <a:off x="992965" y="5572932"/>
            <a:ext cx="10613951" cy="307777"/>
          </a:xfrm>
          <a:prstGeom prst="rect">
            <a:avLst/>
          </a:prstGeom>
          <a:noFill/>
          <a:ln>
            <a:solidFill>
              <a:srgbClr val="002060"/>
            </a:solidFill>
          </a:ln>
        </p:spPr>
        <p:txBody>
          <a:bodyPr wrap="square" rtlCol="0">
            <a:spAutoFit/>
          </a:bodyPr>
          <a:lstStyle/>
          <a:p>
            <a:r>
              <a:rPr lang="fr-FR" sz="1400" dirty="0">
                <a:sym typeface="Times New Roman"/>
              </a:rPr>
              <a:t>Les comptes faisant l’objet d'interdit crédit et débit ne sont pas intégrés parmi les comptes à fiabiliser. Ils sont au nombre de XXXX.</a:t>
            </a:r>
          </a:p>
        </p:txBody>
      </p:sp>
      <p:sp>
        <p:nvSpPr>
          <p:cNvPr id="8" name="ZoneTexte 6">
            <a:extLst>
              <a:ext uri="{FF2B5EF4-FFF2-40B4-BE49-F238E27FC236}">
                <a16:creationId xmlns:a16="http://schemas.microsoft.com/office/drawing/2014/main" id="{F3ECF6E3-CB8F-73CD-F408-6A44526053BA}"/>
              </a:ext>
            </a:extLst>
          </p:cNvPr>
          <p:cNvSpPr txBox="1"/>
          <p:nvPr/>
        </p:nvSpPr>
        <p:spPr>
          <a:xfrm>
            <a:off x="2954215" y="1497679"/>
            <a:ext cx="5943600" cy="523220"/>
          </a:xfrm>
          <a:prstGeom prst="rect">
            <a:avLst/>
          </a:prstGeom>
          <a:noFill/>
          <a:ln>
            <a:solidFill>
              <a:srgbClr val="002060"/>
            </a:solidFill>
          </a:ln>
        </p:spPr>
        <p:txBody>
          <a:bodyPr wrap="square" rtlCol="0">
            <a:spAutoFit/>
          </a:bodyPr>
          <a:lstStyle/>
          <a:p>
            <a:pPr algn="ctr"/>
            <a:r>
              <a:rPr lang="fr-FR" sz="1400" dirty="0"/>
              <a:t>3. Répartition des notes du Contrôle permanent</a:t>
            </a:r>
          </a:p>
          <a:p>
            <a:pPr algn="ctr"/>
            <a:r>
              <a:rPr lang="fr-FR" sz="1400" dirty="0"/>
              <a:t> (données de XX 2026 sur XX% des CC notés soit XX/XXX agents)</a:t>
            </a:r>
            <a:endParaRPr lang="fr-SN" sz="1400" dirty="0"/>
          </a:p>
        </p:txBody>
      </p:sp>
      <p:sp>
        <p:nvSpPr>
          <p:cNvPr id="14" name="ZoneTexte 5">
            <a:extLst>
              <a:ext uri="{FF2B5EF4-FFF2-40B4-BE49-F238E27FC236}">
                <a16:creationId xmlns:a16="http://schemas.microsoft.com/office/drawing/2014/main" id="{271E97DB-91CB-57F3-506A-C40589591024}"/>
              </a:ext>
            </a:extLst>
          </p:cNvPr>
          <p:cNvSpPr txBox="1"/>
          <p:nvPr/>
        </p:nvSpPr>
        <p:spPr>
          <a:xfrm>
            <a:off x="1213593" y="3466043"/>
            <a:ext cx="10172697" cy="1600438"/>
          </a:xfrm>
          <a:prstGeom prst="rect">
            <a:avLst/>
          </a:prstGeom>
          <a:noFill/>
          <a:ln w="3175">
            <a:solidFill>
              <a:schemeClr val="bg2"/>
            </a:solidFill>
          </a:ln>
        </p:spPr>
        <p:txBody>
          <a:bodyPr wrap="square" rtlCol="0">
            <a:spAutoFit/>
          </a:bodyPr>
          <a:lstStyle/>
          <a:p>
            <a:pPr algn="just"/>
            <a:r>
              <a:rPr lang="fr-FR" sz="1400" b="1" u="sng" dirty="0"/>
              <a:t>Interprétation</a:t>
            </a:r>
            <a:r>
              <a:rPr lang="fr-FR" sz="1400" dirty="0"/>
              <a:t> : </a:t>
            </a:r>
          </a:p>
          <a:p>
            <a:pPr algn="just"/>
            <a:endParaRPr lang="fr-FR" sz="1400" dirty="0"/>
          </a:p>
          <a:p>
            <a:pPr algn="just"/>
            <a:r>
              <a:rPr lang="fr-FR" sz="1400" dirty="0"/>
              <a:t>78 % des chargés de compte dont les dossiers ont été revus sont notés « Bien » à l’issue des contrôles effectués sur le terrain par le Contrôle permanent (revue des données KYC et dossiers physiques).</a:t>
            </a:r>
          </a:p>
          <a:p>
            <a:pPr algn="just"/>
            <a:endParaRPr lang="fr-FR" sz="1400" dirty="0"/>
          </a:p>
          <a:p>
            <a:pPr algn="just"/>
            <a:r>
              <a:rPr lang="fr-FR" sz="1400" dirty="0"/>
              <a:t>Cependant, 19 % d’entre eux (notés passable et insuffisant) doivent fournir davantage d’efforts concernant la qualité des données recueillies.</a:t>
            </a:r>
            <a:endParaRPr lang="fr-SN" sz="1400" dirty="0"/>
          </a:p>
        </p:txBody>
      </p:sp>
      <p:sp>
        <p:nvSpPr>
          <p:cNvPr id="15" name="Espace réservé du contenu 5">
            <a:extLst>
              <a:ext uri="{FF2B5EF4-FFF2-40B4-BE49-F238E27FC236}">
                <a16:creationId xmlns:a16="http://schemas.microsoft.com/office/drawing/2014/main" id="{D28A5557-9CD9-E34E-5064-FE4E3E091DAF}"/>
              </a:ext>
            </a:extLst>
          </p:cNvPr>
          <p:cNvSpPr txBox="1">
            <a:spLocks/>
          </p:cNvSpPr>
          <p:nvPr/>
        </p:nvSpPr>
        <p:spPr>
          <a:xfrm>
            <a:off x="992965" y="5298612"/>
            <a:ext cx="491490" cy="274320"/>
          </a:xfrm>
          <a:prstGeom prst="rect">
            <a:avLst/>
          </a:prstGeom>
          <a:solidFill>
            <a:srgbClr val="22963B">
              <a:alpha val="100000"/>
            </a:srgbClr>
          </a:solid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a:lstStyle>
          <a:p>
            <a:pPr algn="ctr">
              <a:lnSpc>
                <a:spcPct val="100000"/>
              </a:lnSpc>
              <a:spcBef>
                <a:spcPts val="0"/>
              </a:spcBef>
            </a:pPr>
            <a:r>
              <a:rPr lang="fr-FR" sz="1400" b="1" dirty="0">
                <a:solidFill>
                  <a:srgbClr val="FFFFFF">
                    <a:alpha val="100000"/>
                  </a:srgbClr>
                </a:solidFill>
                <a:latin typeface="Arial"/>
                <a:cs typeface="Arial"/>
                <a:sym typeface="Arial"/>
              </a:rPr>
              <a:t>N</a:t>
            </a:r>
            <a:r>
              <a:rPr lang="fr-SN" sz="1400" b="1" dirty="0">
                <a:solidFill>
                  <a:srgbClr val="FFFFFF">
                    <a:alpha val="100000"/>
                  </a:srgbClr>
                </a:solidFill>
                <a:latin typeface="Arial"/>
                <a:cs typeface="Arial"/>
                <a:sym typeface="Arial"/>
              </a:rPr>
              <a:t>B</a:t>
            </a:r>
          </a:p>
        </p:txBody>
      </p:sp>
    </p:spTree>
    <p:extLst>
      <p:ext uri="{BB962C8B-B14F-4D97-AF65-F5344CB8AC3E}">
        <p14:creationId xmlns:p14="http://schemas.microsoft.com/office/powerpoint/2010/main" val="3217183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C982D-0A97-0454-227D-8D4256ECD160}"/>
            </a:ext>
          </a:extLst>
        </p:cNvPr>
        <p:cNvGrpSpPr/>
        <p:nvPr/>
      </p:nvGrpSpPr>
      <p:grpSpPr>
        <a:xfrm>
          <a:off x="0" y="0"/>
          <a:ext cx="0" cy="0"/>
          <a:chOff x="0" y="0"/>
          <a:chExt cx="0" cy="0"/>
        </a:xfrm>
      </p:grpSpPr>
      <p:sp>
        <p:nvSpPr>
          <p:cNvPr id="2" name="Espace réservé du numéro de diapositive 7">
            <a:extLst>
              <a:ext uri="{FF2B5EF4-FFF2-40B4-BE49-F238E27FC236}">
                <a16:creationId xmlns:a16="http://schemas.microsoft.com/office/drawing/2014/main" id="{10AFCC22-6B9C-4B80-873B-218819C21AA7}"/>
              </a:ext>
            </a:extLst>
          </p:cNvPr>
          <p:cNvSpPr>
            <a:spLocks noGrp="1"/>
          </p:cNvSpPr>
          <p:nvPr>
            <p:ph type="sldNum" sz="quarter" idx="33"/>
          </p:nvPr>
        </p:nvSpPr>
        <p:spPr>
          <a:xfrm>
            <a:off x="8643090" y="6282238"/>
            <a:ext cx="2743200" cy="365125"/>
          </a:xfrm>
        </p:spPr>
        <p:txBody>
          <a:bodyPr/>
          <a:lstStyle/>
          <a:p>
            <a:pPr defTabSz="914377">
              <a:defRPr/>
            </a:pPr>
            <a:fld id="{19B51A1E-902D-48AF-9020-955120F399B6}" type="slidenum">
              <a:rPr lang="fr-FR" smtClean="0">
                <a:solidFill>
                  <a:srgbClr val="FFFFFF"/>
                </a:solidFill>
                <a:latin typeface="Times New Roman" panose="02020603050405020304" pitchFamily="18" charset="0"/>
                <a:ea typeface="Calibri" panose="020F0502020204030204" pitchFamily="34" charset="0"/>
                <a:cs typeface="Times New Roman" panose="02020603050405020304" pitchFamily="18" charset="0"/>
              </a:rPr>
              <a:pPr defTabSz="914377">
                <a:defRPr/>
              </a:pPr>
              <a:t>10</a:t>
            </a:fld>
            <a:endParaRPr lang="fr-FR">
              <a:solidFill>
                <a:srgbClr val="FFFFF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11">
            <a:extLst>
              <a:ext uri="{FF2B5EF4-FFF2-40B4-BE49-F238E27FC236}">
                <a16:creationId xmlns:a16="http://schemas.microsoft.com/office/drawing/2014/main" id="{9C83496F-84ED-B8D2-FA06-9FEAACCF26F9}"/>
              </a:ext>
            </a:extLst>
          </p:cNvPr>
          <p:cNvSpPr/>
          <p:nvPr/>
        </p:nvSpPr>
        <p:spPr>
          <a:xfrm>
            <a:off x="0" y="37045"/>
            <a:ext cx="12192000" cy="6857999"/>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itre 2">
            <a:extLst>
              <a:ext uri="{FF2B5EF4-FFF2-40B4-BE49-F238E27FC236}">
                <a16:creationId xmlns:a16="http://schemas.microsoft.com/office/drawing/2014/main" id="{8EE79CF3-00D5-A034-75E0-3F158CC397EF}"/>
              </a:ext>
            </a:extLst>
          </p:cNvPr>
          <p:cNvSpPr txBox="1">
            <a:spLocks/>
          </p:cNvSpPr>
          <p:nvPr/>
        </p:nvSpPr>
        <p:spPr>
          <a:xfrm>
            <a:off x="368530" y="37045"/>
            <a:ext cx="11454940" cy="746447"/>
          </a:xfrm>
          <a:prstGeom prst="rect">
            <a:avLst/>
          </a:prstGeom>
          <a:solidFill>
            <a:srgbClr val="00834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a:defRPr sz="2800" b="1">
                <a:solidFill>
                  <a:schemeClr val="lt1"/>
                </a:solidFill>
                <a:latin typeface="Trebuchet MS" panose="020B0603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dirty="0"/>
              <a:t>IV. ANNEXES</a:t>
            </a:r>
          </a:p>
        </p:txBody>
      </p:sp>
      <p:pic>
        <p:nvPicPr>
          <p:cNvPr id="6" name="Picture 2" descr="Description: C:\Users\form\Desktop\mgls BOA 2\M2\last\boa.jpg">
            <a:extLst>
              <a:ext uri="{FF2B5EF4-FFF2-40B4-BE49-F238E27FC236}">
                <a16:creationId xmlns:a16="http://schemas.microsoft.com/office/drawing/2014/main" id="{20CF51D2-7776-C288-D722-5EE37290766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28136" y="50188"/>
            <a:ext cx="2484000" cy="720000"/>
          </a:xfrm>
          <a:prstGeom prst="rect">
            <a:avLst/>
          </a:prstGeom>
          <a:noFill/>
          <a:ln>
            <a:solidFill>
              <a:schemeClr val="tx1"/>
            </a:solidFill>
          </a:ln>
        </p:spPr>
      </p:pic>
      <p:sp>
        <p:nvSpPr>
          <p:cNvPr id="7" name="ZoneTexte 5">
            <a:extLst>
              <a:ext uri="{FF2B5EF4-FFF2-40B4-BE49-F238E27FC236}">
                <a16:creationId xmlns:a16="http://schemas.microsoft.com/office/drawing/2014/main" id="{0742FD92-9FDE-51BD-B1AE-9C121572829D}"/>
              </a:ext>
            </a:extLst>
          </p:cNvPr>
          <p:cNvSpPr txBox="1"/>
          <p:nvPr/>
        </p:nvSpPr>
        <p:spPr>
          <a:xfrm>
            <a:off x="4543783" y="2301006"/>
            <a:ext cx="4159346" cy="307777"/>
          </a:xfrm>
          <a:prstGeom prst="rect">
            <a:avLst/>
          </a:prstGeom>
          <a:noFill/>
          <a:ln>
            <a:solidFill>
              <a:srgbClr val="002060"/>
            </a:solidFill>
          </a:ln>
        </p:spPr>
        <p:txBody>
          <a:bodyPr wrap="square" rtlCol="0">
            <a:spAutoFit/>
          </a:bodyPr>
          <a:lstStyle/>
          <a:p>
            <a:pPr algn="ctr"/>
            <a:r>
              <a:rPr lang="fr-FR" sz="1400" b="1" dirty="0"/>
              <a:t>1. Taux de complétude par agence –XX/XX/2026</a:t>
            </a:r>
            <a:endParaRPr lang="fr-SN" sz="1400" b="1" dirty="0"/>
          </a:p>
        </p:txBody>
      </p:sp>
      <p:sp>
        <p:nvSpPr>
          <p:cNvPr id="9" name="ZoneTexte 8">
            <a:extLst>
              <a:ext uri="{FF2B5EF4-FFF2-40B4-BE49-F238E27FC236}">
                <a16:creationId xmlns:a16="http://schemas.microsoft.com/office/drawing/2014/main" id="{98F971D5-77E7-43CE-FCD5-7D81825D5880}"/>
              </a:ext>
            </a:extLst>
          </p:cNvPr>
          <p:cNvSpPr txBox="1"/>
          <p:nvPr/>
        </p:nvSpPr>
        <p:spPr>
          <a:xfrm>
            <a:off x="4411899" y="4342117"/>
            <a:ext cx="4291230" cy="307777"/>
          </a:xfrm>
          <a:prstGeom prst="rect">
            <a:avLst/>
          </a:prstGeom>
          <a:noFill/>
          <a:ln>
            <a:solidFill>
              <a:srgbClr val="002060"/>
            </a:solidFill>
          </a:ln>
        </p:spPr>
        <p:txBody>
          <a:bodyPr wrap="square" rtlCol="0">
            <a:spAutoFit/>
          </a:bodyPr>
          <a:lstStyle/>
          <a:p>
            <a:pPr algn="ctr"/>
            <a:r>
              <a:rPr lang="fr-FR" sz="1400" b="1" dirty="0"/>
              <a:t>2. Taux de complétude par agent – XX/XX/2026</a:t>
            </a:r>
            <a:endParaRPr lang="fr-SN" sz="1400" b="1" dirty="0"/>
          </a:p>
        </p:txBody>
      </p:sp>
      <p:cxnSp>
        <p:nvCxnSpPr>
          <p:cNvPr id="19" name="Connecteur droit 6">
            <a:extLst>
              <a:ext uri="{FF2B5EF4-FFF2-40B4-BE49-F238E27FC236}">
                <a16:creationId xmlns:a16="http://schemas.microsoft.com/office/drawing/2014/main" id="{0DAA425E-98EF-1B89-B1DE-A97D0AAC7366}"/>
              </a:ext>
            </a:extLst>
          </p:cNvPr>
          <p:cNvCxnSpPr/>
          <p:nvPr/>
        </p:nvCxnSpPr>
        <p:spPr>
          <a:xfrm>
            <a:off x="533887" y="3703358"/>
            <a:ext cx="11124223" cy="0"/>
          </a:xfrm>
          <a:prstGeom prst="line">
            <a:avLst/>
          </a:prstGeom>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757852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7"/>
          <p:cNvSpPr>
            <a:spLocks noGrp="1"/>
          </p:cNvSpPr>
          <p:nvPr>
            <p:ph type="sldNum" sz="quarter" idx="33"/>
          </p:nvPr>
        </p:nvSpPr>
        <p:spPr>
          <a:xfrm>
            <a:off x="8643090" y="6282238"/>
            <a:ext cx="2743200" cy="365125"/>
          </a:xfrm>
        </p:spPr>
        <p:txBody>
          <a:bodyPr/>
          <a:lstStyle/>
          <a:p>
            <a:pPr defTabSz="914377">
              <a:defRPr/>
            </a:pPr>
            <a:fld id="{19B51A1E-902D-48AF-9020-955120F399B6}" type="slidenum">
              <a:rPr lang="fr-FR">
                <a:solidFill>
                  <a:srgbClr val="FFFFFF"/>
                </a:solidFill>
                <a:latin typeface="Times New Roman" panose="02020603050405020304" pitchFamily="18" charset="0"/>
                <a:ea typeface="Calibri" panose="020F0502020204030204" pitchFamily="34" charset="0"/>
                <a:cs typeface="Times New Roman" panose="02020603050405020304" pitchFamily="18" charset="0"/>
              </a:rPr>
              <a:pPr defTabSz="914377">
                <a:defRPr/>
              </a:pPr>
              <a:t>11</a:t>
            </a:fld>
            <a:endParaRPr lang="fr-FR">
              <a:solidFill>
                <a:srgbClr val="FFFFF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11">
            <a:extLst>
              <a:ext uri="{FF2B5EF4-FFF2-40B4-BE49-F238E27FC236}">
                <a16:creationId xmlns:a16="http://schemas.microsoft.com/office/drawing/2014/main" id="{CE881096-272C-7AC1-3BF9-5B30883FF259}"/>
              </a:ext>
            </a:extLst>
          </p:cNvPr>
          <p:cNvSpPr/>
          <p:nvPr/>
        </p:nvSpPr>
        <p:spPr>
          <a:xfrm>
            <a:off x="0" y="-9011"/>
            <a:ext cx="12192000" cy="6857999"/>
          </a:xfrm>
          <a:prstGeom prst="rect">
            <a:avLst/>
          </a:prstGeom>
          <a:noFill/>
          <a:ln>
            <a:solidFill>
              <a:srgbClr val="00834E"/>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itre 2">
            <a:extLst>
              <a:ext uri="{FF2B5EF4-FFF2-40B4-BE49-F238E27FC236}">
                <a16:creationId xmlns:a16="http://schemas.microsoft.com/office/drawing/2014/main" id="{00ABDDA3-8F40-6D6E-C23A-9301748FB5C8}"/>
              </a:ext>
            </a:extLst>
          </p:cNvPr>
          <p:cNvSpPr txBox="1">
            <a:spLocks/>
          </p:cNvSpPr>
          <p:nvPr/>
        </p:nvSpPr>
        <p:spPr>
          <a:xfrm>
            <a:off x="2107096" y="1667172"/>
            <a:ext cx="8229600" cy="3169871"/>
          </a:xfrm>
          <a:prstGeom prst="rect">
            <a:avLst/>
          </a:prstGeom>
          <a:solidFill>
            <a:srgbClr val="00834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a:defRPr sz="2800" b="1">
                <a:solidFill>
                  <a:schemeClr val="lt1"/>
                </a:solidFill>
                <a:latin typeface="Trebuchet MS" panose="020B0603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fr-FR" dirty="0"/>
              <a:t>FIN DU DOCUMENT</a:t>
            </a:r>
          </a:p>
        </p:txBody>
      </p:sp>
    </p:spTree>
    <p:extLst>
      <p:ext uri="{BB962C8B-B14F-4D97-AF65-F5344CB8AC3E}">
        <p14:creationId xmlns:p14="http://schemas.microsoft.com/office/powerpoint/2010/main" val="140869346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75D9FF4A58D214C808125E3654F70F4" ma:contentTypeVersion="17" ma:contentTypeDescription="Crée un document." ma:contentTypeScope="" ma:versionID="532312c7ca4866892213869f78c038a1">
  <xsd:schema xmlns:xsd="http://www.w3.org/2001/XMLSchema" xmlns:xs="http://www.w3.org/2001/XMLSchema" xmlns:p="http://schemas.microsoft.com/office/2006/metadata/properties" xmlns:ns2="57309b1f-b9ac-4dc9-8ca2-8696ffbed769" xmlns:ns3="c6aeb9d3-ccf9-4fa8-9794-b7cc2e8b588e" targetNamespace="http://schemas.microsoft.com/office/2006/metadata/properties" ma:root="true" ma:fieldsID="17354737e3b585286f932cdea3bc685b" ns2:_="" ns3:_="">
    <xsd:import namespace="57309b1f-b9ac-4dc9-8ca2-8696ffbed769"/>
    <xsd:import namespace="c6aeb9d3-ccf9-4fa8-9794-b7cc2e8b588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309b1f-b9ac-4dc9-8ca2-8696ffbed76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Balises d’images" ma:readOnly="false" ma:fieldId="{5cf76f15-5ced-4ddc-b409-7134ff3c332f}" ma:taxonomyMulti="true" ma:sspId="59ba5b11-32e9-4196-a445-318278327f2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6aeb9d3-ccf9-4fa8-9794-b7cc2e8b588e" elementFormDefault="qualified">
    <xsd:import namespace="http://schemas.microsoft.com/office/2006/documentManagement/types"/>
    <xsd:import namespace="http://schemas.microsoft.com/office/infopath/2007/PartnerControls"/>
    <xsd:element name="SharedWithUsers" ma:index="16"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Partagé avec détails" ma:internalName="SharedWithDetails" ma:readOnly="true">
      <xsd:simpleType>
        <xsd:restriction base="dms:Note">
          <xsd:maxLength value="255"/>
        </xsd:restriction>
      </xsd:simpleType>
    </xsd:element>
    <xsd:element name="TaxCatchAll" ma:index="22" nillable="true" ma:displayName="Taxonomy Catch All Column" ma:hidden="true" ma:list="{7cb7a269-b16f-4a7b-99f2-48eb2106cc52}" ma:internalName="TaxCatchAll" ma:showField="CatchAllData" ma:web="c6aeb9d3-ccf9-4fa8-9794-b7cc2e8b58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28FE3F1-24DD-412A-A7D7-991EB2B91824}">
  <ds:schemaRefs>
    <ds:schemaRef ds:uri="57309b1f-b9ac-4dc9-8ca2-8696ffbed769"/>
    <ds:schemaRef ds:uri="c6aeb9d3-ccf9-4fa8-9794-b7cc2e8b58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C0F296B-6C6C-435A-90BF-09A14B9627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3400</TotalTime>
  <Words>647</Words>
  <Application>Microsoft Office PowerPoint</Application>
  <PresentationFormat>Grand écran</PresentationFormat>
  <Paragraphs>93</Paragraphs>
  <Slides>11</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11</vt:i4>
      </vt:variant>
    </vt:vector>
  </HeadingPairs>
  <TitlesOfParts>
    <vt:vector size="17" baseType="lpstr">
      <vt:lpstr>Aptos</vt:lpstr>
      <vt:lpstr>Aptos Display</vt:lpstr>
      <vt:lpstr>Arial</vt:lpstr>
      <vt:lpstr>Times New Roman</vt:lpstr>
      <vt:lpstr>Trebuchet MS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Mamadou Fallou Sylla</dc:creator>
  <cp:lastModifiedBy>Mamadou Fallou Sylla</cp:lastModifiedBy>
  <cp:revision>11</cp:revision>
  <dcterms:created xsi:type="dcterms:W3CDTF">2024-02-26T10:01:31Z</dcterms:created>
  <dcterms:modified xsi:type="dcterms:W3CDTF">2026-04-03T11:41:09Z</dcterms:modified>
</cp:coreProperties>
</file>