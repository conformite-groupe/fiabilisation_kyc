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5" r:id="rId5"/>
    <p:sldId id="266" r:id="rId6"/>
    <p:sldId id="267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D5237E-7655-497C-9474-451EF1EF2F4C}" v="2" dt="2026-06-10T14:59:37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6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adou Fallou Sylla" userId="c456aed9-8824-4632-add3-85c26a03832d" providerId="ADAL" clId="{59587479-4389-46B4-BE53-52C117EAA1BD}"/>
    <pc:docChg chg="undo custSel addSld delSld modSld">
      <pc:chgData name="Mamadou Fallou Sylla" userId="c456aed9-8824-4632-add3-85c26a03832d" providerId="ADAL" clId="{59587479-4389-46B4-BE53-52C117EAA1BD}" dt="2026-06-10T16:05:47.061" v="239" actId="47"/>
      <pc:docMkLst>
        <pc:docMk/>
      </pc:docMkLst>
      <pc:sldChg chg="modSp mod">
        <pc:chgData name="Mamadou Fallou Sylla" userId="c456aed9-8824-4632-add3-85c26a03832d" providerId="ADAL" clId="{59587479-4389-46B4-BE53-52C117EAA1BD}" dt="2026-06-10T14:35:06.102" v="39" actId="1076"/>
        <pc:sldMkLst>
          <pc:docMk/>
          <pc:sldMk cId="0" sldId="256"/>
        </pc:sldMkLst>
        <pc:spChg chg="mod">
          <ac:chgData name="Mamadou Fallou Sylla" userId="c456aed9-8824-4632-add3-85c26a03832d" providerId="ADAL" clId="{59587479-4389-46B4-BE53-52C117EAA1BD}" dt="2026-06-10T14:35:06.102" v="3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1:35.803" v="13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59:58.565" v="237" actId="20577"/>
        <pc:sldMkLst>
          <pc:docMk/>
          <pc:sldMk cId="0" sldId="257"/>
        </pc:sldMkLst>
        <pc:spChg chg="mod">
          <ac:chgData name="Mamadou Fallou Sylla" userId="c456aed9-8824-4632-add3-85c26a03832d" providerId="ADAL" clId="{59587479-4389-46B4-BE53-52C117EAA1BD}" dt="2026-06-05T09:31:27.105" v="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9:58.565" v="237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49:55.992" v="225" actId="20577"/>
        <pc:sldMkLst>
          <pc:docMk/>
          <pc:sldMk cId="0" sldId="258"/>
        </pc:sldMkLst>
        <pc:spChg chg="mod">
          <ac:chgData name="Mamadou Fallou Sylla" userId="c456aed9-8824-4632-add3-85c26a03832d" providerId="ADAL" clId="{59587479-4389-46B4-BE53-52C117EAA1BD}" dt="2026-06-10T14:49:55.992" v="225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38:54.910" v="211" actId="207"/>
        <pc:sldMkLst>
          <pc:docMk/>
          <pc:sldMk cId="0" sldId="260"/>
        </pc:sldMkLst>
        <pc:spChg chg="mod">
          <ac:chgData name="Mamadou Fallou Sylla" userId="c456aed9-8824-4632-add3-85c26a03832d" providerId="ADAL" clId="{59587479-4389-46B4-BE53-52C117EAA1BD}" dt="2026-06-05T09:32:38.891" v="21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0"/>
            <ac:spMk id="3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35:37.255" v="104" actId="20577"/>
          <ac:spMkLst>
            <pc:docMk/>
            <pc:sldMk cId="0" sldId="260"/>
            <ac:spMk id="40" creationId="{00000000-0000-0000-0000-000000000000}"/>
          </ac:spMkLst>
        </pc:spChg>
        <pc:graphicFrameChg chg="modGraphic">
          <ac:chgData name="Mamadou Fallou Sylla" userId="c456aed9-8824-4632-add3-85c26a03832d" providerId="ADAL" clId="{59587479-4389-46B4-BE53-52C117EAA1BD}" dt="2026-06-10T14:38:54.910" v="211" actId="207"/>
          <ac:graphicFrameMkLst>
            <pc:docMk/>
            <pc:sldMk cId="0" sldId="260"/>
            <ac:graphicFrameMk id="42" creationId="{00000000-0000-0000-0000-000000000000}"/>
          </ac:graphicFrameMkLst>
        </pc:graphicFrameChg>
      </pc:sldChg>
      <pc:sldChg chg="delSp modSp mod">
        <pc:chgData name="Mamadou Fallou Sylla" userId="c456aed9-8824-4632-add3-85c26a03832d" providerId="ADAL" clId="{59587479-4389-46B4-BE53-52C117EAA1BD}" dt="2026-06-10T14:52:49.827" v="232" actId="1076"/>
        <pc:sldMkLst>
          <pc:docMk/>
          <pc:sldMk cId="0" sldId="261"/>
        </pc:sldMkLst>
        <pc:spChg chg="mod">
          <ac:chgData name="Mamadou Fallou Sylla" userId="c456aed9-8824-4632-add3-85c26a03832d" providerId="ADAL" clId="{59587479-4389-46B4-BE53-52C117EAA1BD}" dt="2026-06-10T14:52:39.463" v="23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5:13.105" v="3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10T14:52:49.827" v="232" actId="1076"/>
          <ac:spMkLst>
            <pc:docMk/>
            <pc:sldMk cId="0" sldId="261"/>
            <ac:spMk id="51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33.839" v="229" actId="478"/>
          <ac:spMkLst>
            <pc:docMk/>
            <pc:sldMk cId="0" sldId="261"/>
            <ac:spMk id="52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55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57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0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1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2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4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6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8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69" creationId="{00000000-0000-0000-0000-000000000000}"/>
          </ac:spMkLst>
        </pc:spChg>
        <pc:spChg chg="del">
          <ac:chgData name="Mamadou Fallou Sylla" userId="c456aed9-8824-4632-add3-85c26a03832d" providerId="ADAL" clId="{59587479-4389-46B4-BE53-52C117EAA1BD}" dt="2026-06-10T14:52:28.852" v="228" actId="478"/>
          <ac:spMkLst>
            <pc:docMk/>
            <pc:sldMk cId="0" sldId="261"/>
            <ac:spMk id="70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10T14:53:15.801" v="234" actId="20577"/>
        <pc:sldMkLst>
          <pc:docMk/>
          <pc:sldMk cId="0" sldId="262"/>
        </pc:sldMkLst>
        <pc:spChg chg="mod">
          <ac:chgData name="Mamadou Fallou Sylla" userId="c456aed9-8824-4632-add3-85c26a03832d" providerId="ADAL" clId="{59587479-4389-46B4-BE53-52C117EAA1BD}" dt="2026-06-10T14:53:15.801" v="234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madou Fallou Sylla" userId="c456aed9-8824-4632-add3-85c26a03832d" providerId="ADAL" clId="{59587479-4389-46B4-BE53-52C117EAA1BD}" dt="2026-06-05T09:30:30.437" v="0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Mamadou Fallou Sylla" userId="c456aed9-8824-4632-add3-85c26a03832d" providerId="ADAL" clId="{59587479-4389-46B4-BE53-52C117EAA1BD}" dt="2026-06-05T09:34:15.327" v="33" actId="20577"/>
        <pc:sldMkLst>
          <pc:docMk/>
          <pc:sldMk cId="0" sldId="264"/>
        </pc:sldMkLst>
        <pc:spChg chg="mod">
          <ac:chgData name="Mamadou Fallou Sylla" userId="c456aed9-8824-4632-add3-85c26a03832d" providerId="ADAL" clId="{59587479-4389-46B4-BE53-52C117EAA1BD}" dt="2026-06-05T09:34:15.327" v="33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 del mod setBg modShow">
        <pc:chgData name="Mamadou Fallou Sylla" userId="c456aed9-8824-4632-add3-85c26a03832d" providerId="ADAL" clId="{59587479-4389-46B4-BE53-52C117EAA1BD}" dt="2026-06-10T16:05:47.061" v="239" actId="47"/>
        <pc:sldMkLst>
          <pc:docMk/>
          <pc:sldMk cId="3341009548" sldId="265"/>
        </pc:sldMkLst>
      </pc:sldChg>
      <pc:sldChg chg="add del mod setBg modShow">
        <pc:chgData name="Mamadou Fallou Sylla" userId="c456aed9-8824-4632-add3-85c26a03832d" providerId="ADAL" clId="{59587479-4389-46B4-BE53-52C117EAA1BD}" dt="2026-06-10T16:05:40.295" v="238" actId="47"/>
        <pc:sldMkLst>
          <pc:docMk/>
          <pc:sldMk cId="1359394268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5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0202-069F-F008-9AC0-F87A1D60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DCA0F-2B64-8923-1C0E-C9A2A6B84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8BE-B20C-0F87-1B3A-2597A07EB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A4244-E7B5-C4EB-F6C4-17FC79FD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C45C-1988-201C-9355-81BEC76B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68BE-074A-E149-C543-AD09D3DCC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5AEDB-D568-3A04-AFE1-D0F0A1774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3577F-3C78-F2BC-9795-89EA25C8C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39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9C76-9B79-3156-4F7B-8EBD3358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10689-643B-F3C8-8649-BF9340593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A3591-88FA-7D2E-81D9-3F05353E4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D8285-8AC9-0304-D9DF-F528209F1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05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00C060">
              <a:alpha val="40000"/>
            </a:srgbClr>
          </a:solidFill>
          <a:ln w="12700">
            <a:solidFill>
              <a:srgbClr val="00C0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>
              <a:alpha val="30000"/>
            </a:srgbClr>
          </a:solidFill>
          <a:ln w="12700">
            <a:solidFill>
              <a:srgbClr val="00C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A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i="1" dirty="0">
                <a:solidFill>
                  <a:srgbClr val="A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</a:t>
            </a:r>
            <a:endParaRPr lang="en-US" sz="800" dirty="0"/>
          </a:p>
        </p:txBody>
      </p:sp>
      <p:pic>
        <p:nvPicPr>
          <p:cNvPr id="14" name="Image 25">
            <a:extLst>
              <a:ext uri="{FF2B5EF4-FFF2-40B4-BE49-F238E27FC236}">
                <a16:creationId xmlns:a16="http://schemas.microsoft.com/office/drawing/2014/main" id="{0C02FCF9-ED85-48B0-DF97-510B527AB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960120" y="533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1051560" y="1810512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COMPLÉTUDE — CLIENTS PERSONNES PHYSIQUES</a:t>
            </a:r>
          </a:p>
        </p:txBody>
      </p:sp>
      <p:sp>
        <p:nvSpPr>
          <p:cNvPr id="11" name="Shape 9"/>
          <p:cNvSpPr/>
          <p:nvPr/>
        </p:nvSpPr>
        <p:spPr>
          <a:xfrm>
            <a:off x="1051560" y="2194560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1051560" y="2377440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3042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COMPLÉTUDE — CLIENTS PERSONNES MORALES</a:t>
            </a:r>
          </a:p>
        </p:txBody>
      </p:sp>
      <p:sp>
        <p:nvSpPr>
          <p:cNvPr id="15" name="Shape 13"/>
          <p:cNvSpPr/>
          <p:nvPr/>
        </p:nvSpPr>
        <p:spPr>
          <a:xfrm>
            <a:off x="1051560" y="2761488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6" name="Shape 14"/>
          <p:cNvSpPr/>
          <p:nvPr/>
        </p:nvSpPr>
        <p:spPr>
          <a:xfrm>
            <a:off x="1051560" y="2944368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1188720" y="28712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871216"/>
            <a:ext cx="5417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TAUX ET NOTATION DU CONTRÔLE PERMANENT</a:t>
            </a:r>
          </a:p>
        </p:txBody>
      </p:sp>
      <p:sp>
        <p:nvSpPr>
          <p:cNvPr id="19" name="Shape 17"/>
          <p:cNvSpPr/>
          <p:nvPr/>
        </p:nvSpPr>
        <p:spPr>
          <a:xfrm>
            <a:off x="1051560" y="3328416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Shape 18"/>
          <p:cNvSpPr/>
          <p:nvPr/>
        </p:nvSpPr>
        <p:spPr>
          <a:xfrm>
            <a:off x="1051560" y="3511296"/>
            <a:ext cx="64008" cy="347472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1188720" y="34381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4381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ET POINTS D'ATTENTION</a:t>
            </a:r>
          </a:p>
        </p:txBody>
      </p:sp>
      <p:sp>
        <p:nvSpPr>
          <p:cNvPr id="23" name="Shape 21"/>
          <p:cNvSpPr/>
          <p:nvPr/>
        </p:nvSpPr>
        <p:spPr>
          <a:xfrm>
            <a:off x="1051560" y="3895344"/>
            <a:ext cx="594360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1" name="Image 25">
            <a:extLst>
              <a:ext uri="{FF2B5EF4-FFF2-40B4-BE49-F238E27FC236}">
                <a16:creationId xmlns:a16="http://schemas.microsoft.com/office/drawing/2014/main" id="{A0C4C9E2-9010-91C3-80FB-315903BB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9244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/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/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</a:t>
            </a:r>
            <a:r>
              <a:rPr lang="fr-FR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COMPLÉTUDE — PP</a:t>
            </a:r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1" name="Image 25">
            <a:extLst>
              <a:ext uri="{FF2B5EF4-FFF2-40B4-BE49-F238E27FC236}">
                <a16:creationId xmlns:a16="http://schemas.microsoft.com/office/drawing/2014/main" id="{30BE15F3-A87B-6E7E-53A8-0703543E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D836-B7EA-B4A7-74A3-7B672224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CFF749-0975-5771-555B-9177AFDDD0B9}"/>
              </a:ext>
            </a:extLst>
          </p:cNvPr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B1B2B4-B85E-DB18-3190-17AC25104F61}"/>
              </a:ext>
            </a:extLst>
          </p:cNvPr>
          <p:cNvSpPr/>
          <p:nvPr/>
        </p:nvSpPr>
        <p:spPr>
          <a:xfrm>
            <a:off x="809244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B571348-08CD-85CE-9C90-6B4241A227FB}"/>
              </a:ext>
            </a:extLst>
          </p:cNvPr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3EE27F-4BF5-385E-9208-A98A84397064}"/>
              </a:ext>
            </a:extLst>
          </p:cNvPr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A4AA03-4620-339F-15CB-0034045B6229}"/>
              </a:ext>
            </a:extLst>
          </p:cNvPr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8A9EE4-21E5-67E8-BA90-7F830E4E78EA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B2F1E5-DEF4-0F3C-9E2D-2CEF77200AF6}"/>
              </a:ext>
            </a:extLst>
          </p:cNvPr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</a:t>
            </a:r>
            <a:r>
              <a:rPr lang="fr-FR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COMPLÉTUDE — PM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BEAA1A5-59D6-C92D-97E1-F29FBFE8AC7F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7AFEDB-1B92-EDAF-CED5-8CDE7333B471}"/>
              </a:ext>
            </a:extLst>
          </p:cNvPr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1" name="Image 25">
            <a:extLst>
              <a:ext uri="{FF2B5EF4-FFF2-40B4-BE49-F238E27FC236}">
                <a16:creationId xmlns:a16="http://schemas.microsoft.com/office/drawing/2014/main" id="{3161B8C5-6AAE-30BB-AF10-F368DFBE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01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7D54-BEF8-8985-8C4E-CA9DD0F6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7E40F2-74F0-274D-10DC-CC4133A521EA}"/>
              </a:ext>
            </a:extLst>
          </p:cNvPr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7BD706-BF73-3209-5C68-CD5519DFC031}"/>
              </a:ext>
            </a:extLst>
          </p:cNvPr>
          <p:cNvSpPr/>
          <p:nvPr/>
        </p:nvSpPr>
        <p:spPr>
          <a:xfrm>
            <a:off x="809244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BEC651-9010-276D-E299-8DD475EA3B94}"/>
              </a:ext>
            </a:extLst>
          </p:cNvPr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95B328-E63C-6F57-E31F-0BD355078BF8}"/>
              </a:ext>
            </a:extLst>
          </p:cNvPr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DAD2C4-1EEF-DCB6-812E-0AC072CA4247}"/>
              </a:ext>
            </a:extLst>
          </p:cNvPr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EA178C-3C86-3557-1F25-171A20610776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E10491-E6D8-BCFE-DF76-A1B6CF72B9CF}"/>
              </a:ext>
            </a:extLst>
          </p:cNvPr>
          <p:cNvSpPr/>
          <p:nvPr/>
        </p:nvSpPr>
        <p:spPr>
          <a:xfrm>
            <a:off x="274320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RÉPARTITION ET NOTATION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CD0C68A-36EF-E26F-4AD6-37272E36461F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17DFABB-8D3D-AD66-68C0-3FEBA10BA956}"/>
              </a:ext>
            </a:extLst>
          </p:cNvPr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1" name="Image 25">
            <a:extLst>
              <a:ext uri="{FF2B5EF4-FFF2-40B4-BE49-F238E27FC236}">
                <a16:creationId xmlns:a16="http://schemas.microsoft.com/office/drawing/2014/main" id="{1DA56CC6-C859-CDF3-4E67-51E3ADAA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1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9B86-9955-65E5-69BF-4FB7F96E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A5196C-D044-4FC0-7144-95E506EF3982}"/>
              </a:ext>
            </a:extLst>
          </p:cNvPr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C8E6C9">
              <a:alpha val="20000"/>
            </a:srgbClr>
          </a:solidFill>
          <a:ln w="12700">
            <a:solidFill>
              <a:srgbClr val="C8E6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B23A19-D926-09AF-0D26-1439363CF2DF}"/>
              </a:ext>
            </a:extLst>
          </p:cNvPr>
          <p:cNvSpPr/>
          <p:nvPr/>
        </p:nvSpPr>
        <p:spPr>
          <a:xfrm>
            <a:off x="8092440" y="1828800"/>
            <a:ext cx="2743200" cy="3474720"/>
          </a:xfrm>
          <a:prstGeom prst="ellipse">
            <a:avLst/>
          </a:prstGeom>
          <a:solidFill>
            <a:srgbClr val="C8E6C9">
              <a:alpha val="15000"/>
            </a:srgbClr>
          </a:solidFill>
          <a:ln w="12700">
            <a:solidFill>
              <a:srgbClr val="C8E6C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B54BE1-7586-C3C3-AB0B-E8D8FC799DB9}"/>
              </a:ext>
            </a:extLst>
          </p:cNvPr>
          <p:cNvSpPr/>
          <p:nvPr/>
        </p:nvSpPr>
        <p:spPr>
          <a:xfrm>
            <a:off x="7772400" y="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51F5E-F8F4-0A2D-1EA5-EC542A6753DC}"/>
              </a:ext>
            </a:extLst>
          </p:cNvPr>
          <p:cNvSpPr/>
          <p:nvPr/>
        </p:nvSpPr>
        <p:spPr>
          <a:xfrm>
            <a:off x="7790688" y="3657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AFRICA</a:t>
            </a:r>
            <a:endParaRPr lang="en-US" sz="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1E0DE2-7790-2F4D-D880-01EBD02A8784}"/>
              </a:ext>
            </a:extLst>
          </p:cNvPr>
          <p:cNvSpPr/>
          <p:nvPr/>
        </p:nvSpPr>
        <p:spPr>
          <a:xfrm>
            <a:off x="7790688" y="2468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BMCE GROUP</a:t>
            </a:r>
            <a:endParaRPr lang="en-US" sz="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2D3B05-6C5B-B3D5-5A50-AD3B8C52397C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1CDEEE-9F54-0A5B-4B80-5301CE0738DD}"/>
              </a:ext>
            </a:extLst>
          </p:cNvPr>
          <p:cNvSpPr/>
          <p:nvPr/>
        </p:nvSpPr>
        <p:spPr>
          <a:xfrm>
            <a:off x="274320" y="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OBSERVATIONS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D6980F-CE93-7EFB-970F-2BA50CF43706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15B00E6-68E9-708B-2474-B4D5B9E2E8F7}"/>
              </a:ext>
            </a:extLst>
          </p:cNvPr>
          <p:cNvSpPr/>
          <p:nvPr/>
        </p:nvSpPr>
        <p:spPr>
          <a:xfrm>
            <a:off x="6400800" y="4892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 Group |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</a:t>
            </a: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8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1" name="Image 25">
            <a:extLst>
              <a:ext uri="{FF2B5EF4-FFF2-40B4-BE49-F238E27FC236}">
                <a16:creationId xmlns:a16="http://schemas.microsoft.com/office/drawing/2014/main" id="{BBE98F79-18D3-B64B-A399-A69CA7D79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00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4572000"/>
          </a:xfrm>
          <a:prstGeom prst="ellipse">
            <a:avLst/>
          </a:prstGeom>
          <a:solidFill>
            <a:srgbClr val="00C060">
              <a:alpha val="40000"/>
            </a:srgbClr>
          </a:solidFill>
          <a:ln w="12700">
            <a:solidFill>
              <a:srgbClr val="00C0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>
              <a:alpha val="30000"/>
            </a:srgbClr>
          </a:solidFill>
          <a:ln w="12700">
            <a:solidFill>
              <a:srgbClr val="00C0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SN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r>
              <a:rPr lang="en-US" sz="1300" b="1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300" b="1" dirty="0" err="1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fiabilisation</a:t>
            </a:r>
            <a:r>
              <a:rPr lang="en-US" sz="1300" b="1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 KYC— Conformité BOA Group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1" name="Image 25">
            <a:extLst>
              <a:ext uri="{FF2B5EF4-FFF2-40B4-BE49-F238E27FC236}">
                <a16:creationId xmlns:a16="http://schemas.microsoft.com/office/drawing/2014/main" id="{70E06CBE-F4AD-C51F-32F9-B41BF6286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711" y="0"/>
            <a:ext cx="2331289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125</Words>
  <Application>Microsoft Office PowerPoint</Application>
  <PresentationFormat>Affichage à l'écran (16:9)</PresentationFormat>
  <Paragraphs>36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Screening KYC ID – Fiche Projet</dc:title>
  <dc:subject>PptxGenJS Presentation</dc:subject>
  <dc:creator>PptxGenJS</dc:creator>
  <cp:lastModifiedBy>Mamadou Fallou Sylla</cp:lastModifiedBy>
  <cp:revision>4</cp:revision>
  <dcterms:created xsi:type="dcterms:W3CDTF">2026-05-21T14:51:05Z</dcterms:created>
  <dcterms:modified xsi:type="dcterms:W3CDTF">2026-08-04T15:50:02Z</dcterms:modified>
</cp:coreProperties>
</file>