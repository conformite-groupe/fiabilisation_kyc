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D5237E-7655-497C-9474-451EF1EF2F4C}" v="2" dt="2026-06-10T14:59:37.3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10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madou Fallou Sylla" userId="c456aed9-8824-4632-add3-85c26a03832d" providerId="ADAL" clId="{59587479-4389-46B4-BE53-52C117EAA1BD}"/>
    <pc:docChg chg="undo custSel addSld delSld modSld">
      <pc:chgData name="Mamadou Fallou Sylla" userId="c456aed9-8824-4632-add3-85c26a03832d" providerId="ADAL" clId="{59587479-4389-46B4-BE53-52C117EAA1BD}" dt="2026-06-10T16:05:47.061" v="239" actId="47"/>
      <pc:docMkLst>
        <pc:docMk/>
      </pc:docMkLst>
      <pc:sldChg chg="modSp mod">
        <pc:chgData name="Mamadou Fallou Sylla" userId="c456aed9-8824-4632-add3-85c26a03832d" providerId="ADAL" clId="{59587479-4389-46B4-BE53-52C117EAA1BD}" dt="2026-06-10T14:35:06.102" v="39" actId="1076"/>
        <pc:sldMkLst>
          <pc:docMk/>
          <pc:sldMk cId="0" sldId="256"/>
        </pc:sldMkLst>
        <pc:spChg chg="mod">
          <ac:chgData name="Mamadou Fallou Sylla" userId="c456aed9-8824-4632-add3-85c26a03832d" providerId="ADAL" clId="{59587479-4389-46B4-BE53-52C117EAA1BD}" dt="2026-06-10T14:35:06.102" v="39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Mamadou Fallou Sylla" userId="c456aed9-8824-4632-add3-85c26a03832d" providerId="ADAL" clId="{59587479-4389-46B4-BE53-52C117EAA1BD}" dt="2026-06-05T09:31:35.803" v="13" actId="20577"/>
          <ac:spMkLst>
            <pc:docMk/>
            <pc:sldMk cId="0" sldId="256"/>
            <ac:spMk id="10" creationId="{00000000-0000-0000-0000-000000000000}"/>
          </ac:spMkLst>
        </pc:spChg>
      </pc:sldChg>
      <pc:sldChg chg="modSp mod">
        <pc:chgData name="Mamadou Fallou Sylla" userId="c456aed9-8824-4632-add3-85c26a03832d" providerId="ADAL" clId="{59587479-4389-46B4-BE53-52C117EAA1BD}" dt="2026-06-10T14:59:58.565" v="237" actId="20577"/>
        <pc:sldMkLst>
          <pc:docMk/>
          <pc:sldMk cId="0" sldId="257"/>
        </pc:sldMkLst>
        <pc:spChg chg="mod">
          <ac:chgData name="Mamadou Fallou Sylla" userId="c456aed9-8824-4632-add3-85c26a03832d" providerId="ADAL" clId="{59587479-4389-46B4-BE53-52C117EAA1BD}" dt="2026-06-05T09:31:27.105" v="9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Mamadou Fallou Sylla" userId="c456aed9-8824-4632-add3-85c26a03832d" providerId="ADAL" clId="{59587479-4389-46B4-BE53-52C117EAA1BD}" dt="2026-06-10T14:59:58.565" v="237" actId="20577"/>
          <ac:spMkLst>
            <pc:docMk/>
            <pc:sldMk cId="0" sldId="257"/>
            <ac:spMk id="18" creationId="{00000000-0000-0000-0000-000000000000}"/>
          </ac:spMkLst>
        </pc:spChg>
      </pc:sldChg>
      <pc:sldChg chg="modSp mod">
        <pc:chgData name="Mamadou Fallou Sylla" userId="c456aed9-8824-4632-add3-85c26a03832d" providerId="ADAL" clId="{59587479-4389-46B4-BE53-52C117EAA1BD}" dt="2026-06-10T14:49:55.992" v="225" actId="20577"/>
        <pc:sldMkLst>
          <pc:docMk/>
          <pc:sldMk cId="0" sldId="258"/>
        </pc:sldMkLst>
        <pc:spChg chg="mod">
          <ac:chgData name="Mamadou Fallou Sylla" userId="c456aed9-8824-4632-add3-85c26a03832d" providerId="ADAL" clId="{59587479-4389-46B4-BE53-52C117EAA1BD}" dt="2026-06-10T14:49:55.992" v="225" actId="20577"/>
          <ac:spMkLst>
            <pc:docMk/>
            <pc:sldMk cId="0" sldId="258"/>
            <ac:spMk id="18" creationId="{00000000-0000-0000-0000-000000000000}"/>
          </ac:spMkLst>
        </pc:spChg>
      </pc:sldChg>
      <pc:sldChg chg="modSp mod">
        <pc:chgData name="Mamadou Fallou Sylla" userId="c456aed9-8824-4632-add3-85c26a03832d" providerId="ADAL" clId="{59587479-4389-46B4-BE53-52C117EAA1BD}" dt="2026-06-10T14:38:54.910" v="211" actId="207"/>
        <pc:sldMkLst>
          <pc:docMk/>
          <pc:sldMk cId="0" sldId="260"/>
        </pc:sldMkLst>
        <pc:spChg chg="mod">
          <ac:chgData name="Mamadou Fallou Sylla" userId="c456aed9-8824-4632-add3-85c26a03832d" providerId="ADAL" clId="{59587479-4389-46B4-BE53-52C117EAA1BD}" dt="2026-06-05T09:32:38.891" v="21" actId="20577"/>
          <ac:spMkLst>
            <pc:docMk/>
            <pc:sldMk cId="0" sldId="260"/>
            <ac:spMk id="9" creationId="{00000000-0000-0000-0000-000000000000}"/>
          </ac:spMkLst>
        </pc:spChg>
        <pc:spChg chg="mod">
          <ac:chgData name="Mamadou Fallou Sylla" userId="c456aed9-8824-4632-add3-85c26a03832d" providerId="ADAL" clId="{59587479-4389-46B4-BE53-52C117EAA1BD}" dt="2026-06-05T09:30:30.437" v="0"/>
          <ac:spMkLst>
            <pc:docMk/>
            <pc:sldMk cId="0" sldId="260"/>
            <ac:spMk id="39" creationId="{00000000-0000-0000-0000-000000000000}"/>
          </ac:spMkLst>
        </pc:spChg>
        <pc:spChg chg="mod">
          <ac:chgData name="Mamadou Fallou Sylla" userId="c456aed9-8824-4632-add3-85c26a03832d" providerId="ADAL" clId="{59587479-4389-46B4-BE53-52C117EAA1BD}" dt="2026-06-10T14:35:37.255" v="104" actId="20577"/>
          <ac:spMkLst>
            <pc:docMk/>
            <pc:sldMk cId="0" sldId="260"/>
            <ac:spMk id="40" creationId="{00000000-0000-0000-0000-000000000000}"/>
          </ac:spMkLst>
        </pc:spChg>
        <pc:graphicFrameChg chg="modGraphic">
          <ac:chgData name="Mamadou Fallou Sylla" userId="c456aed9-8824-4632-add3-85c26a03832d" providerId="ADAL" clId="{59587479-4389-46B4-BE53-52C117EAA1BD}" dt="2026-06-10T14:38:54.910" v="211" actId="207"/>
          <ac:graphicFrameMkLst>
            <pc:docMk/>
            <pc:sldMk cId="0" sldId="260"/>
            <ac:graphicFrameMk id="42" creationId="{00000000-0000-0000-0000-000000000000}"/>
          </ac:graphicFrameMkLst>
        </pc:graphicFrameChg>
      </pc:sldChg>
      <pc:sldChg chg="delSp modSp mod">
        <pc:chgData name="Mamadou Fallou Sylla" userId="c456aed9-8824-4632-add3-85c26a03832d" providerId="ADAL" clId="{59587479-4389-46B4-BE53-52C117EAA1BD}" dt="2026-06-10T14:52:49.827" v="232" actId="1076"/>
        <pc:sldMkLst>
          <pc:docMk/>
          <pc:sldMk cId="0" sldId="261"/>
        </pc:sldMkLst>
        <pc:spChg chg="mod">
          <ac:chgData name="Mamadou Fallou Sylla" userId="c456aed9-8824-4632-add3-85c26a03832d" providerId="ADAL" clId="{59587479-4389-46B4-BE53-52C117EAA1BD}" dt="2026-06-10T14:52:39.463" v="231" actId="1076"/>
          <ac:spMkLst>
            <pc:docMk/>
            <pc:sldMk cId="0" sldId="261"/>
            <ac:spMk id="3" creationId="{00000000-0000-0000-0000-000000000000}"/>
          </ac:spMkLst>
        </pc:spChg>
        <pc:spChg chg="mod">
          <ac:chgData name="Mamadou Fallou Sylla" userId="c456aed9-8824-4632-add3-85c26a03832d" providerId="ADAL" clId="{59587479-4389-46B4-BE53-52C117EAA1BD}" dt="2026-06-05T09:35:13.105" v="37" actId="20577"/>
          <ac:spMkLst>
            <pc:docMk/>
            <pc:sldMk cId="0" sldId="261"/>
            <ac:spMk id="8" creationId="{00000000-0000-0000-0000-000000000000}"/>
          </ac:spMkLst>
        </pc:spChg>
        <pc:spChg chg="mod">
          <ac:chgData name="Mamadou Fallou Sylla" userId="c456aed9-8824-4632-add3-85c26a03832d" providerId="ADAL" clId="{59587479-4389-46B4-BE53-52C117EAA1BD}" dt="2026-06-10T14:52:49.827" v="232" actId="107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Mamadou Fallou Sylla" userId="c456aed9-8824-4632-add3-85c26a03832d" providerId="ADAL" clId="{59587479-4389-46B4-BE53-52C117EAA1BD}" dt="2026-06-10T14:52:49.827" v="232" actId="107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Mamadou Fallou Sylla" userId="c456aed9-8824-4632-add3-85c26a03832d" providerId="ADAL" clId="{59587479-4389-46B4-BE53-52C117EAA1BD}" dt="2026-06-10T14:52:49.827" v="232" actId="1076"/>
          <ac:spMkLst>
            <pc:docMk/>
            <pc:sldMk cId="0" sldId="261"/>
            <ac:spMk id="18" creationId="{00000000-0000-0000-0000-000000000000}"/>
          </ac:spMkLst>
        </pc:spChg>
        <pc:spChg chg="mod">
          <ac:chgData name="Mamadou Fallou Sylla" userId="c456aed9-8824-4632-add3-85c26a03832d" providerId="ADAL" clId="{59587479-4389-46B4-BE53-52C117EAA1BD}" dt="2026-06-10T14:52:49.827" v="232" actId="1076"/>
          <ac:spMkLst>
            <pc:docMk/>
            <pc:sldMk cId="0" sldId="261"/>
            <ac:spMk id="19" creationId="{00000000-0000-0000-0000-000000000000}"/>
          </ac:spMkLst>
        </pc:spChg>
        <pc:spChg chg="mod">
          <ac:chgData name="Mamadou Fallou Sylla" userId="c456aed9-8824-4632-add3-85c26a03832d" providerId="ADAL" clId="{59587479-4389-46B4-BE53-52C117EAA1BD}" dt="2026-06-10T14:52:49.827" v="232" actId="1076"/>
          <ac:spMkLst>
            <pc:docMk/>
            <pc:sldMk cId="0" sldId="261"/>
            <ac:spMk id="20" creationId="{00000000-0000-0000-0000-000000000000}"/>
          </ac:spMkLst>
        </pc:spChg>
        <pc:spChg chg="mod">
          <ac:chgData name="Mamadou Fallou Sylla" userId="c456aed9-8824-4632-add3-85c26a03832d" providerId="ADAL" clId="{59587479-4389-46B4-BE53-52C117EAA1BD}" dt="2026-06-10T14:52:49.827" v="232" actId="1076"/>
          <ac:spMkLst>
            <pc:docMk/>
            <pc:sldMk cId="0" sldId="261"/>
            <ac:spMk id="22" creationId="{00000000-0000-0000-0000-000000000000}"/>
          </ac:spMkLst>
        </pc:spChg>
        <pc:spChg chg="mod">
          <ac:chgData name="Mamadou Fallou Sylla" userId="c456aed9-8824-4632-add3-85c26a03832d" providerId="ADAL" clId="{59587479-4389-46B4-BE53-52C117EAA1BD}" dt="2026-06-10T14:52:49.827" v="232" actId="1076"/>
          <ac:spMkLst>
            <pc:docMk/>
            <pc:sldMk cId="0" sldId="261"/>
            <ac:spMk id="30" creationId="{00000000-0000-0000-0000-000000000000}"/>
          </ac:spMkLst>
        </pc:spChg>
        <pc:spChg chg="mod">
          <ac:chgData name="Mamadou Fallou Sylla" userId="c456aed9-8824-4632-add3-85c26a03832d" providerId="ADAL" clId="{59587479-4389-46B4-BE53-52C117EAA1BD}" dt="2026-06-10T14:52:49.827" v="232" actId="1076"/>
          <ac:spMkLst>
            <pc:docMk/>
            <pc:sldMk cId="0" sldId="261"/>
            <ac:spMk id="39" creationId="{00000000-0000-0000-0000-000000000000}"/>
          </ac:spMkLst>
        </pc:spChg>
        <pc:spChg chg="mod">
          <ac:chgData name="Mamadou Fallou Sylla" userId="c456aed9-8824-4632-add3-85c26a03832d" providerId="ADAL" clId="{59587479-4389-46B4-BE53-52C117EAA1BD}" dt="2026-06-10T14:52:49.827" v="232" actId="1076"/>
          <ac:spMkLst>
            <pc:docMk/>
            <pc:sldMk cId="0" sldId="261"/>
            <ac:spMk id="50" creationId="{00000000-0000-0000-0000-000000000000}"/>
          </ac:spMkLst>
        </pc:spChg>
        <pc:spChg chg="mod">
          <ac:chgData name="Mamadou Fallou Sylla" userId="c456aed9-8824-4632-add3-85c26a03832d" providerId="ADAL" clId="{59587479-4389-46B4-BE53-52C117EAA1BD}" dt="2026-06-10T14:52:49.827" v="232" actId="1076"/>
          <ac:spMkLst>
            <pc:docMk/>
            <pc:sldMk cId="0" sldId="261"/>
            <ac:spMk id="51" creationId="{00000000-0000-0000-0000-000000000000}"/>
          </ac:spMkLst>
        </pc:spChg>
        <pc:spChg chg="del">
          <ac:chgData name="Mamadou Fallou Sylla" userId="c456aed9-8824-4632-add3-85c26a03832d" providerId="ADAL" clId="{59587479-4389-46B4-BE53-52C117EAA1BD}" dt="2026-06-10T14:52:33.839" v="229" actId="478"/>
          <ac:spMkLst>
            <pc:docMk/>
            <pc:sldMk cId="0" sldId="261"/>
            <ac:spMk id="52" creationId="{00000000-0000-0000-0000-000000000000}"/>
          </ac:spMkLst>
        </pc:spChg>
        <pc:spChg chg="del">
          <ac:chgData name="Mamadou Fallou Sylla" userId="c456aed9-8824-4632-add3-85c26a03832d" providerId="ADAL" clId="{59587479-4389-46B4-BE53-52C117EAA1BD}" dt="2026-06-10T14:52:28.852" v="228" actId="478"/>
          <ac:spMkLst>
            <pc:docMk/>
            <pc:sldMk cId="0" sldId="261"/>
            <ac:spMk id="55" creationId="{00000000-0000-0000-0000-000000000000}"/>
          </ac:spMkLst>
        </pc:spChg>
        <pc:spChg chg="del">
          <ac:chgData name="Mamadou Fallou Sylla" userId="c456aed9-8824-4632-add3-85c26a03832d" providerId="ADAL" clId="{59587479-4389-46B4-BE53-52C117EAA1BD}" dt="2026-06-10T14:52:28.852" v="228" actId="478"/>
          <ac:spMkLst>
            <pc:docMk/>
            <pc:sldMk cId="0" sldId="261"/>
            <ac:spMk id="57" creationId="{00000000-0000-0000-0000-000000000000}"/>
          </ac:spMkLst>
        </pc:spChg>
        <pc:spChg chg="del">
          <ac:chgData name="Mamadou Fallou Sylla" userId="c456aed9-8824-4632-add3-85c26a03832d" providerId="ADAL" clId="{59587479-4389-46B4-BE53-52C117EAA1BD}" dt="2026-06-10T14:52:28.852" v="228" actId="478"/>
          <ac:spMkLst>
            <pc:docMk/>
            <pc:sldMk cId="0" sldId="261"/>
            <ac:spMk id="60" creationId="{00000000-0000-0000-0000-000000000000}"/>
          </ac:spMkLst>
        </pc:spChg>
        <pc:spChg chg="del">
          <ac:chgData name="Mamadou Fallou Sylla" userId="c456aed9-8824-4632-add3-85c26a03832d" providerId="ADAL" clId="{59587479-4389-46B4-BE53-52C117EAA1BD}" dt="2026-06-10T14:52:28.852" v="228" actId="478"/>
          <ac:spMkLst>
            <pc:docMk/>
            <pc:sldMk cId="0" sldId="261"/>
            <ac:spMk id="61" creationId="{00000000-0000-0000-0000-000000000000}"/>
          </ac:spMkLst>
        </pc:spChg>
        <pc:spChg chg="del">
          <ac:chgData name="Mamadou Fallou Sylla" userId="c456aed9-8824-4632-add3-85c26a03832d" providerId="ADAL" clId="{59587479-4389-46B4-BE53-52C117EAA1BD}" dt="2026-06-10T14:52:28.852" v="228" actId="478"/>
          <ac:spMkLst>
            <pc:docMk/>
            <pc:sldMk cId="0" sldId="261"/>
            <ac:spMk id="62" creationId="{00000000-0000-0000-0000-000000000000}"/>
          </ac:spMkLst>
        </pc:spChg>
        <pc:spChg chg="del">
          <ac:chgData name="Mamadou Fallou Sylla" userId="c456aed9-8824-4632-add3-85c26a03832d" providerId="ADAL" clId="{59587479-4389-46B4-BE53-52C117EAA1BD}" dt="2026-06-10T14:52:28.852" v="228" actId="478"/>
          <ac:spMkLst>
            <pc:docMk/>
            <pc:sldMk cId="0" sldId="261"/>
            <ac:spMk id="64" creationId="{00000000-0000-0000-0000-000000000000}"/>
          </ac:spMkLst>
        </pc:spChg>
        <pc:spChg chg="del">
          <ac:chgData name="Mamadou Fallou Sylla" userId="c456aed9-8824-4632-add3-85c26a03832d" providerId="ADAL" clId="{59587479-4389-46B4-BE53-52C117EAA1BD}" dt="2026-06-10T14:52:28.852" v="228" actId="478"/>
          <ac:spMkLst>
            <pc:docMk/>
            <pc:sldMk cId="0" sldId="261"/>
            <ac:spMk id="66" creationId="{00000000-0000-0000-0000-000000000000}"/>
          </ac:spMkLst>
        </pc:spChg>
        <pc:spChg chg="del">
          <ac:chgData name="Mamadou Fallou Sylla" userId="c456aed9-8824-4632-add3-85c26a03832d" providerId="ADAL" clId="{59587479-4389-46B4-BE53-52C117EAA1BD}" dt="2026-06-10T14:52:28.852" v="228" actId="478"/>
          <ac:spMkLst>
            <pc:docMk/>
            <pc:sldMk cId="0" sldId="261"/>
            <ac:spMk id="68" creationId="{00000000-0000-0000-0000-000000000000}"/>
          </ac:spMkLst>
        </pc:spChg>
        <pc:spChg chg="del">
          <ac:chgData name="Mamadou Fallou Sylla" userId="c456aed9-8824-4632-add3-85c26a03832d" providerId="ADAL" clId="{59587479-4389-46B4-BE53-52C117EAA1BD}" dt="2026-06-10T14:52:28.852" v="228" actId="478"/>
          <ac:spMkLst>
            <pc:docMk/>
            <pc:sldMk cId="0" sldId="261"/>
            <ac:spMk id="69" creationId="{00000000-0000-0000-0000-000000000000}"/>
          </ac:spMkLst>
        </pc:spChg>
        <pc:spChg chg="del">
          <ac:chgData name="Mamadou Fallou Sylla" userId="c456aed9-8824-4632-add3-85c26a03832d" providerId="ADAL" clId="{59587479-4389-46B4-BE53-52C117EAA1BD}" dt="2026-06-10T14:52:28.852" v="228" actId="478"/>
          <ac:spMkLst>
            <pc:docMk/>
            <pc:sldMk cId="0" sldId="261"/>
            <ac:spMk id="70" creationId="{00000000-0000-0000-0000-000000000000}"/>
          </ac:spMkLst>
        </pc:spChg>
      </pc:sldChg>
      <pc:sldChg chg="modSp mod">
        <pc:chgData name="Mamadou Fallou Sylla" userId="c456aed9-8824-4632-add3-85c26a03832d" providerId="ADAL" clId="{59587479-4389-46B4-BE53-52C117EAA1BD}" dt="2026-06-10T14:53:15.801" v="234" actId="20577"/>
        <pc:sldMkLst>
          <pc:docMk/>
          <pc:sldMk cId="0" sldId="262"/>
        </pc:sldMkLst>
        <pc:spChg chg="mod">
          <ac:chgData name="Mamadou Fallou Sylla" userId="c456aed9-8824-4632-add3-85c26a03832d" providerId="ADAL" clId="{59587479-4389-46B4-BE53-52C117EAA1BD}" dt="2026-06-10T14:53:15.801" v="234" actId="20577"/>
          <ac:spMkLst>
            <pc:docMk/>
            <pc:sldMk cId="0" sldId="262"/>
            <ac:spMk id="9" creationId="{00000000-0000-0000-0000-000000000000}"/>
          </ac:spMkLst>
        </pc:spChg>
        <pc:spChg chg="mod">
          <ac:chgData name="Mamadou Fallou Sylla" userId="c456aed9-8824-4632-add3-85c26a03832d" providerId="ADAL" clId="{59587479-4389-46B4-BE53-52C117EAA1BD}" dt="2026-06-05T09:30:30.437" v="0"/>
          <ac:spMkLst>
            <pc:docMk/>
            <pc:sldMk cId="0" sldId="262"/>
            <ac:spMk id="24" creationId="{00000000-0000-0000-0000-000000000000}"/>
          </ac:spMkLst>
        </pc:spChg>
        <pc:spChg chg="mod">
          <ac:chgData name="Mamadou Fallou Sylla" userId="c456aed9-8824-4632-add3-85c26a03832d" providerId="ADAL" clId="{59587479-4389-46B4-BE53-52C117EAA1BD}" dt="2026-06-05T09:30:30.437" v="0"/>
          <ac:spMkLst>
            <pc:docMk/>
            <pc:sldMk cId="0" sldId="262"/>
            <ac:spMk id="25" creationId="{00000000-0000-0000-0000-000000000000}"/>
          </ac:spMkLst>
        </pc:spChg>
      </pc:sldChg>
      <pc:sldChg chg="modSp mod">
        <pc:chgData name="Mamadou Fallou Sylla" userId="c456aed9-8824-4632-add3-85c26a03832d" providerId="ADAL" clId="{59587479-4389-46B4-BE53-52C117EAA1BD}" dt="2026-06-05T09:34:15.327" v="33" actId="20577"/>
        <pc:sldMkLst>
          <pc:docMk/>
          <pc:sldMk cId="0" sldId="264"/>
        </pc:sldMkLst>
        <pc:spChg chg="mod">
          <ac:chgData name="Mamadou Fallou Sylla" userId="c456aed9-8824-4632-add3-85c26a03832d" providerId="ADAL" clId="{59587479-4389-46B4-BE53-52C117EAA1BD}" dt="2026-06-05T09:34:15.327" v="33" actId="20577"/>
          <ac:spMkLst>
            <pc:docMk/>
            <pc:sldMk cId="0" sldId="264"/>
            <ac:spMk id="10" creationId="{00000000-0000-0000-0000-000000000000}"/>
          </ac:spMkLst>
        </pc:spChg>
      </pc:sldChg>
      <pc:sldChg chg="add del mod setBg modShow">
        <pc:chgData name="Mamadou Fallou Sylla" userId="c456aed9-8824-4632-add3-85c26a03832d" providerId="ADAL" clId="{59587479-4389-46B4-BE53-52C117EAA1BD}" dt="2026-06-10T16:05:47.061" v="239" actId="47"/>
        <pc:sldMkLst>
          <pc:docMk/>
          <pc:sldMk cId="3341009548" sldId="265"/>
        </pc:sldMkLst>
      </pc:sldChg>
      <pc:sldChg chg="add del mod setBg modShow">
        <pc:chgData name="Mamadou Fallou Sylla" userId="c456aed9-8824-4632-add3-85c26a03832d" providerId="ADAL" clId="{59587479-4389-46B4-BE53-52C117EAA1BD}" dt="2026-06-10T16:05:40.295" v="238" actId="47"/>
        <pc:sldMkLst>
          <pc:docMk/>
          <pc:sldMk cId="1359394268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7254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9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371600"/>
            <a:ext cx="3657600" cy="4572000"/>
          </a:xfrm>
          <a:prstGeom prst="ellipse">
            <a:avLst/>
          </a:prstGeom>
          <a:solidFill>
            <a:srgbClr val="00C060">
              <a:alpha val="40000"/>
            </a:srgbClr>
          </a:solidFill>
          <a:ln w="12700">
            <a:solidFill>
              <a:srgbClr val="00C06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Shape 1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00C060">
              <a:alpha val="30000"/>
            </a:srgbClr>
          </a:solidFill>
          <a:ln w="12700">
            <a:solidFill>
              <a:srgbClr val="00C06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KYC ID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8F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DE PROJET — CONFORMITÉ BOA GROUP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907792"/>
            <a:ext cx="5029200" cy="548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10" name="Text 8"/>
          <p:cNvSpPr/>
          <p:nvPr/>
        </p:nvSpPr>
        <p:spPr>
          <a:xfrm>
            <a:off x="457200" y="31272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F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Juin 2026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 err="1">
                <a:solidFill>
                  <a:srgbClr val="A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</a:t>
            </a:r>
            <a:r>
              <a:rPr lang="en-US" sz="800" i="1" dirty="0">
                <a:solidFill>
                  <a:srgbClr val="A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BOA Group | Pôle Projet</a:t>
            </a:r>
            <a:endParaRPr lang="en-US" sz="800" dirty="0"/>
          </a:p>
        </p:txBody>
      </p:sp>
      <p:pic>
        <p:nvPicPr>
          <p:cNvPr id="14" name="Image 25">
            <a:extLst>
              <a:ext uri="{FF2B5EF4-FFF2-40B4-BE49-F238E27FC236}">
                <a16:creationId xmlns:a16="http://schemas.microsoft.com/office/drawing/2014/main" id="{0C02FCF9-ED85-48B0-DF97-510B527AB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711" y="0"/>
            <a:ext cx="2331289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371600"/>
            <a:ext cx="3657600" cy="4572000"/>
          </a:xfrm>
          <a:prstGeom prst="ellipse">
            <a:avLst/>
          </a:prstGeom>
          <a:solidFill>
            <a:srgbClr val="C8E6C9">
              <a:alpha val="20000"/>
            </a:srgbClr>
          </a:solidFill>
          <a:ln w="12700">
            <a:solidFill>
              <a:srgbClr val="C8E6C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Shape 1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>
              <a:alpha val="15000"/>
            </a:srgbClr>
          </a:solidFill>
          <a:ln w="12700">
            <a:solidFill>
              <a:srgbClr val="C8E6C9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7" name="Text 5"/>
          <p:cNvSpPr/>
          <p:nvPr/>
        </p:nvSpPr>
        <p:spPr>
          <a:xfrm>
            <a:off x="457200" y="45720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kern="0" spc="400" dirty="0">
                <a:solidFill>
                  <a:srgbClr val="00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457200" y="1673352"/>
            <a:ext cx="64008" cy="347472"/>
          </a:xfrm>
          <a:prstGeom prst="rect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16002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 objectifs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5943600" cy="2286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64008" cy="347472"/>
          </a:xfrm>
          <a:prstGeom prst="rect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13" name="Text 11"/>
          <p:cNvSpPr/>
          <p:nvPr/>
        </p:nvSpPr>
        <p:spPr>
          <a:xfrm>
            <a:off x="594360" y="216712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216712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fonctionnelle du module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624328"/>
            <a:ext cx="5943600" cy="2286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16" name="Shape 14"/>
          <p:cNvSpPr/>
          <p:nvPr/>
        </p:nvSpPr>
        <p:spPr>
          <a:xfrm>
            <a:off x="457200" y="2807208"/>
            <a:ext cx="64008" cy="347472"/>
          </a:xfrm>
          <a:prstGeom prst="rect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17" name="Text 15"/>
          <p:cNvSpPr/>
          <p:nvPr/>
        </p:nvSpPr>
        <p:spPr>
          <a:xfrm>
            <a:off x="594360" y="273405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273405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de </a:t>
            </a:r>
            <a:r>
              <a:rPr lang="en-US" sz="14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191256"/>
            <a:ext cx="5943600" cy="2286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20" name="Shape 18"/>
          <p:cNvSpPr/>
          <p:nvPr/>
        </p:nvSpPr>
        <p:spPr>
          <a:xfrm>
            <a:off x="457200" y="3374136"/>
            <a:ext cx="64008" cy="347472"/>
          </a:xfrm>
          <a:prstGeom prst="rect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21" name="Text 19"/>
          <p:cNvSpPr/>
          <p:nvPr/>
        </p:nvSpPr>
        <p:spPr>
          <a:xfrm>
            <a:off x="594360" y="330098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88720" y="330098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de réussite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758184"/>
            <a:ext cx="5943600" cy="2286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24" name="Shape 22"/>
          <p:cNvSpPr/>
          <p:nvPr/>
        </p:nvSpPr>
        <p:spPr>
          <a:xfrm>
            <a:off x="457200" y="3941064"/>
            <a:ext cx="64008" cy="347472"/>
          </a:xfrm>
          <a:prstGeom prst="rect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25" name="Text 23"/>
          <p:cNvSpPr/>
          <p:nvPr/>
        </p:nvSpPr>
        <p:spPr>
          <a:xfrm>
            <a:off x="594360" y="386791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88720" y="386791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Détails des travaux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4325112"/>
            <a:ext cx="5943600" cy="2286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29" name="Text 27"/>
          <p:cNvSpPr/>
          <p:nvPr/>
        </p:nvSpPr>
        <p:spPr>
          <a:xfrm>
            <a:off x="6400800" y="4892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</a:t>
            </a: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BOA Group | </a:t>
            </a:r>
            <a:r>
              <a:rPr lang="en-US" sz="8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</a:t>
            </a: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endParaRPr lang="en-US" sz="800" dirty="0">
              <a:solidFill>
                <a:srgbClr val="8888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31" name="Image 25">
            <a:extLst>
              <a:ext uri="{FF2B5EF4-FFF2-40B4-BE49-F238E27FC236}">
                <a16:creationId xmlns:a16="http://schemas.microsoft.com/office/drawing/2014/main" id="{A0C4C9E2-9010-91C3-80FB-315903BB2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711" y="0"/>
            <a:ext cx="2331289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371600"/>
            <a:ext cx="3657600" cy="4572000"/>
          </a:xfrm>
          <a:prstGeom prst="ellipse">
            <a:avLst/>
          </a:prstGeom>
          <a:solidFill>
            <a:srgbClr val="C8E6C9">
              <a:alpha val="20000"/>
            </a:srgbClr>
          </a:solidFill>
          <a:ln w="12700">
            <a:solidFill>
              <a:srgbClr val="C8E6C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Shape 1"/>
          <p:cNvSpPr/>
          <p:nvPr/>
        </p:nvSpPr>
        <p:spPr>
          <a:xfrm>
            <a:off x="8092440" y="1828800"/>
            <a:ext cx="2743200" cy="3474720"/>
          </a:xfrm>
          <a:prstGeom prst="ellipse">
            <a:avLst/>
          </a:prstGeom>
          <a:solidFill>
            <a:srgbClr val="C8E6C9">
              <a:alpha val="15000"/>
            </a:srgbClr>
          </a:solidFill>
          <a:ln w="12700">
            <a:solidFill>
              <a:srgbClr val="C8E6C9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5" name="Text 3"/>
          <p:cNvSpPr/>
          <p:nvPr/>
        </p:nvSpPr>
        <p:spPr>
          <a:xfrm>
            <a:off x="7790688" y="36576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OF AFRICA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90688" y="246888"/>
            <a:ext cx="13350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BMCE GROUP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8" name="Text 6"/>
          <p:cNvSpPr/>
          <p:nvPr/>
        </p:nvSpPr>
        <p:spPr>
          <a:xfrm>
            <a:off x="274320" y="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 CONTEXTE ET OBJECTIFS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7315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3931920" cy="3474720"/>
          </a:xfrm>
          <a:prstGeom prst="rect">
            <a:avLst/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12" name="Shape 10"/>
          <p:cNvSpPr/>
          <p:nvPr/>
        </p:nvSpPr>
        <p:spPr>
          <a:xfrm>
            <a:off x="365760" y="1115568"/>
            <a:ext cx="3931920" cy="256032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13" name="Text 11"/>
          <p:cNvSpPr/>
          <p:nvPr/>
        </p:nvSpPr>
        <p:spPr>
          <a:xfrm>
            <a:off x="457200" y="11155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1457700"/>
            <a:ext cx="38862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filiales du Groupe Bank of Africa font face à des insuffisances persistantes en matière de complétude et de fiabilisation des données KYC.</a:t>
            </a:r>
            <a:endParaRPr lang="en-US" sz="11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Malgré les efforts des équipes opérationnelles, la mise à jour des dossiers reste difficile, notamment lorsque les clients sont difficilement joignables.</a:t>
            </a:r>
            <a:endParaRPr lang="en-US" sz="1100" dirty="0"/>
          </a:p>
          <a:p>
            <a:pPr algn="just">
              <a:lnSpc>
                <a:spcPct val="150000"/>
              </a:lnSpc>
            </a:pPr>
            <a:r>
              <a:rPr lang="fr-FR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Or, les documents scannés reçus, archivés dans des bases de données (issues de projets comme INGEC ou DOCKFLOW), contiennent souvent les informations manquantes : numéros de pièces d'identité, dates de naissance, nationalités, adresses...</a:t>
            </a:r>
            <a:endParaRPr lang="en-US" sz="110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480560" y="1115568"/>
            <a:ext cx="4297680" cy="3474720"/>
          </a:xfrm>
          <a:prstGeom prst="rect">
            <a:avLst/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16" name="Shape 14"/>
          <p:cNvSpPr/>
          <p:nvPr/>
        </p:nvSpPr>
        <p:spPr>
          <a:xfrm>
            <a:off x="4480560" y="1115568"/>
            <a:ext cx="4297680" cy="256032"/>
          </a:xfrm>
          <a:prstGeom prst="rect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17" name="Text 15"/>
          <p:cNvSpPr/>
          <p:nvPr/>
        </p:nvSpPr>
        <p:spPr>
          <a:xfrm>
            <a:off x="4572000" y="111556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— SCREENING KYC ID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34840" y="1457700"/>
            <a:ext cx="42976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</a:t>
            </a:r>
            <a:r>
              <a:rPr lang="en-US" sz="1100" b="1" dirty="0">
                <a:solidFill>
                  <a:srgbClr val="00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KYC ID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vise à extraire automatiquement les informations contenues dans les documents scannés, puis à les rapprocher des clients présentant des insuffisances de complétude KYC.</a:t>
            </a:r>
            <a:endParaRPr lang="en-US" sz="1100" dirty="0"/>
          </a:p>
          <a:p>
            <a:pPr marL="0" indent="0" algn="just">
              <a:lnSpc>
                <a:spcPct val="150000"/>
              </a:lnSpc>
              <a:buNone/>
            </a:pPr>
            <a:endParaRPr lang="en-US" sz="11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module permettra de :</a:t>
            </a:r>
            <a:endParaRPr lang="en-US" sz="1100" dirty="0"/>
          </a:p>
          <a:p>
            <a:pPr marL="342900" indent="-342900" algn="just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Faciliter le travail de fiabilisation</a:t>
            </a:r>
            <a:endParaRPr lang="en-US" sz="1100" dirty="0"/>
          </a:p>
          <a:p>
            <a:pPr marL="342900" indent="-342900" algn="just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les risques de conformité</a:t>
            </a:r>
            <a:endParaRPr lang="en-US" sz="1100" dirty="0"/>
          </a:p>
          <a:p>
            <a:pPr marL="342900" indent="-342900" algn="just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Améliorer la qualité globale du référentiel client</a:t>
            </a:r>
            <a:endParaRPr lang="en-US" sz="1100" dirty="0"/>
          </a:p>
          <a:p>
            <a:pPr algn="just">
              <a:lnSpc>
                <a:spcPct val="150000"/>
              </a:lnSpc>
              <a:buSzPct val="100000"/>
            </a:pPr>
            <a:endParaRPr lang="en-US" sz="110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just">
              <a:lnSpc>
                <a:spcPct val="150000"/>
              </a:lnSpc>
              <a:buSzPct val="100000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</a:t>
            </a:r>
            <a:r>
              <a:rPr lang="en-US" sz="11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cela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avec validation humaine avant toute mise à jour dans le corebanking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20" name="Text 18"/>
          <p:cNvSpPr/>
          <p:nvPr/>
        </p:nvSpPr>
        <p:spPr>
          <a:xfrm>
            <a:off x="6400800" y="4892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8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</a:t>
            </a: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BOA Group | </a:t>
            </a:r>
            <a:r>
              <a:rPr lang="en-US" sz="8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</a:t>
            </a: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endParaRPr lang="en-US" sz="800" dirty="0">
              <a:solidFill>
                <a:srgbClr val="8888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21" name="Image 25">
            <a:extLst>
              <a:ext uri="{FF2B5EF4-FFF2-40B4-BE49-F238E27FC236}">
                <a16:creationId xmlns:a16="http://schemas.microsoft.com/office/drawing/2014/main" id="{30BE15F3-A87B-6E7E-53A8-0703543ED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711" y="0"/>
            <a:ext cx="2331289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371600"/>
            <a:ext cx="3657600" cy="4572000"/>
          </a:xfrm>
          <a:prstGeom prst="ellipse">
            <a:avLst/>
          </a:prstGeom>
          <a:solidFill>
            <a:srgbClr val="C8E6C9">
              <a:alpha val="20000"/>
            </a:srgbClr>
          </a:solidFill>
          <a:ln w="12700">
            <a:solidFill>
              <a:srgbClr val="C8E6C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Shape 1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>
              <a:alpha val="15000"/>
            </a:srgbClr>
          </a:solidFill>
          <a:ln w="12700">
            <a:solidFill>
              <a:srgbClr val="C8E6C9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5" name="Text 3"/>
          <p:cNvSpPr/>
          <p:nvPr/>
        </p:nvSpPr>
        <p:spPr>
          <a:xfrm>
            <a:off x="7790688" y="36576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OF AFRICA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90688" y="246888"/>
            <a:ext cx="13350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BMCE GROUP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8" name="Text 6"/>
          <p:cNvSpPr/>
          <p:nvPr/>
        </p:nvSpPr>
        <p:spPr>
          <a:xfrm>
            <a:off x="274320" y="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 CONTEXTE ET OBJECTIFS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7315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457200" cy="457200"/>
          </a:xfrm>
          <a:prstGeom prst="ellipse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12" name="Text 10"/>
          <p:cNvSpPr/>
          <p:nvPr/>
        </p:nvSpPr>
        <p:spPr>
          <a:xfrm>
            <a:off x="36576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11430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Prioriser les dossiers pouvant être régularisés rapidement, en complément des campagnes de contact client.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1892808"/>
            <a:ext cx="4114800" cy="1828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15" name="Shape 13"/>
          <p:cNvSpPr/>
          <p:nvPr/>
        </p:nvSpPr>
        <p:spPr>
          <a:xfrm>
            <a:off x="365760" y="2423160"/>
            <a:ext cx="457200" cy="457200"/>
          </a:xfrm>
          <a:prstGeom prst="ellipse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16" name="Text 14"/>
          <p:cNvSpPr/>
          <p:nvPr/>
        </p:nvSpPr>
        <p:spPr>
          <a:xfrm>
            <a:off x="3657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23774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informations disponibles dans les documents scannés.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127248"/>
            <a:ext cx="4114800" cy="1828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19" name="Shape 17"/>
          <p:cNvSpPr/>
          <p:nvPr/>
        </p:nvSpPr>
        <p:spPr>
          <a:xfrm>
            <a:off x="365760" y="3657600"/>
            <a:ext cx="457200" cy="457200"/>
          </a:xfrm>
          <a:prstGeom prst="ellipse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20" name="Text 18"/>
          <p:cNvSpPr/>
          <p:nvPr/>
        </p:nvSpPr>
        <p:spPr>
          <a:xfrm>
            <a:off x="36576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36118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Limiter les erreurs de ressaisie grâce aux suggestions issues du document source.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188720"/>
            <a:ext cx="457200" cy="457200"/>
          </a:xfrm>
          <a:prstGeom prst="ellipse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23" name="Text 21"/>
          <p:cNvSpPr/>
          <p:nvPr/>
        </p:nvSpPr>
        <p:spPr>
          <a:xfrm>
            <a:off x="466344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12080" y="11430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le volume de clients présentant des insuffisances de complétude KYC.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1892808"/>
            <a:ext cx="4114800" cy="1828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26" name="Shape 24"/>
          <p:cNvSpPr/>
          <p:nvPr/>
        </p:nvSpPr>
        <p:spPr>
          <a:xfrm>
            <a:off x="4663440" y="2423160"/>
            <a:ext cx="457200" cy="457200"/>
          </a:xfrm>
          <a:prstGeom prst="ellipse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27" name="Text 25"/>
          <p:cNvSpPr/>
          <p:nvPr/>
        </p:nvSpPr>
        <p:spPr>
          <a:xfrm>
            <a:off x="466344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12080" y="23774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Donner aux équipes une vision exploitable des correspondances entre documents scannés et dossiers clients.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3127248"/>
            <a:ext cx="4114800" cy="1828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30" name="Shape 28"/>
          <p:cNvSpPr/>
          <p:nvPr/>
        </p:nvSpPr>
        <p:spPr>
          <a:xfrm>
            <a:off x="4663440" y="3657600"/>
            <a:ext cx="457200" cy="457200"/>
          </a:xfrm>
          <a:prstGeom prst="ellipse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31" name="Text 29"/>
          <p:cNvSpPr/>
          <p:nvPr/>
        </p:nvSpPr>
        <p:spPr>
          <a:xfrm>
            <a:off x="466344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12080" y="36118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Contribuer à protéger le Groupe contre les risques de sanctions liés aux manquements KYC.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34" name="Text 32"/>
          <p:cNvSpPr/>
          <p:nvPr/>
        </p:nvSpPr>
        <p:spPr>
          <a:xfrm>
            <a:off x="6400800" y="4892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8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</a:t>
            </a: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BOA Group | </a:t>
            </a:r>
            <a:r>
              <a:rPr lang="en-US" sz="8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</a:t>
            </a: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endParaRPr lang="en-US" sz="800" dirty="0">
              <a:solidFill>
                <a:srgbClr val="8888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35" name="Image 25">
            <a:extLst>
              <a:ext uri="{FF2B5EF4-FFF2-40B4-BE49-F238E27FC236}">
                <a16:creationId xmlns:a16="http://schemas.microsoft.com/office/drawing/2014/main" id="{C7275D21-BE93-5363-7532-D7D6B677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711" y="0"/>
            <a:ext cx="2331289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371600"/>
            <a:ext cx="3657600" cy="4572000"/>
          </a:xfrm>
          <a:prstGeom prst="ellipse">
            <a:avLst/>
          </a:prstGeom>
          <a:solidFill>
            <a:srgbClr val="C8E6C9">
              <a:alpha val="20000"/>
            </a:srgbClr>
          </a:solidFill>
          <a:ln w="12700">
            <a:solidFill>
              <a:srgbClr val="C8E6C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Shape 1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>
              <a:alpha val="15000"/>
            </a:srgbClr>
          </a:solidFill>
          <a:ln w="12700">
            <a:solidFill>
              <a:srgbClr val="C8E6C9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5" name="Text 3"/>
          <p:cNvSpPr/>
          <p:nvPr/>
        </p:nvSpPr>
        <p:spPr>
          <a:xfrm>
            <a:off x="7790688" y="36576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OF AFRICA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90688" y="246888"/>
            <a:ext cx="13350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BMCE GROUP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8" name="Text 6"/>
          <p:cNvSpPr/>
          <p:nvPr/>
        </p:nvSpPr>
        <p:spPr>
          <a:xfrm>
            <a:off x="274320" y="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 DESCRIPTION FONCTIONNELLE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7315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 DES MODULES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11" name="Shape 9"/>
          <p:cNvSpPr/>
          <p:nvPr/>
        </p:nvSpPr>
        <p:spPr>
          <a:xfrm>
            <a:off x="320040" y="1143000"/>
            <a:ext cx="1234440" cy="1371600"/>
          </a:xfrm>
          <a:prstGeom prst="rect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12" name="Text 10"/>
          <p:cNvSpPr/>
          <p:nvPr/>
        </p:nvSpPr>
        <p:spPr>
          <a:xfrm>
            <a:off x="320040" y="117043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0040" y="15087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0040" y="1810512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F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Documents, ZIP ou PDF groupé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554480" y="1764792"/>
            <a:ext cx="201168" cy="45720"/>
          </a:xfrm>
          <a:prstGeom prst="rect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16" name="Shape 14"/>
          <p:cNvSpPr/>
          <p:nvPr/>
        </p:nvSpPr>
        <p:spPr>
          <a:xfrm>
            <a:off x="1755648" y="1143000"/>
            <a:ext cx="1234440" cy="13716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17" name="Text 15"/>
          <p:cNvSpPr/>
          <p:nvPr/>
        </p:nvSpPr>
        <p:spPr>
          <a:xfrm>
            <a:off x="1755648" y="117043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55648" y="15087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755648" y="1810512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F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d'identité et données KYC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990088" y="1764792"/>
            <a:ext cx="201168" cy="45720"/>
          </a:xfrm>
          <a:prstGeom prst="rect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21" name="Shape 19"/>
          <p:cNvSpPr/>
          <p:nvPr/>
        </p:nvSpPr>
        <p:spPr>
          <a:xfrm>
            <a:off x="3191256" y="1143000"/>
            <a:ext cx="1234440" cy="1371600"/>
          </a:xfrm>
          <a:prstGeom prst="rect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22" name="Text 20"/>
          <p:cNvSpPr/>
          <p:nvPr/>
        </p:nvSpPr>
        <p:spPr>
          <a:xfrm>
            <a:off x="3191256" y="117043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191256" y="15087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191256" y="1810512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F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normalisées pour comparaison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425696" y="1764792"/>
            <a:ext cx="201168" cy="45720"/>
          </a:xfrm>
          <a:prstGeom prst="rect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26" name="Shape 24"/>
          <p:cNvSpPr/>
          <p:nvPr/>
        </p:nvSpPr>
        <p:spPr>
          <a:xfrm>
            <a:off x="4626864" y="1143000"/>
            <a:ext cx="1234440" cy="13716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27" name="Text 25"/>
          <p:cNvSpPr/>
          <p:nvPr/>
        </p:nvSpPr>
        <p:spPr>
          <a:xfrm>
            <a:off x="4626864" y="117043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626864" y="15087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626864" y="1810512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F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Rapprochement avec clients incomplets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861304" y="1764792"/>
            <a:ext cx="201168" cy="45720"/>
          </a:xfrm>
          <a:prstGeom prst="rect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31" name="Shape 29"/>
          <p:cNvSpPr/>
          <p:nvPr/>
        </p:nvSpPr>
        <p:spPr>
          <a:xfrm>
            <a:off x="6062472" y="1143000"/>
            <a:ext cx="1234440" cy="1371600"/>
          </a:xfrm>
          <a:prstGeom prst="rect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32" name="Text 30"/>
          <p:cNvSpPr/>
          <p:nvPr/>
        </p:nvSpPr>
        <p:spPr>
          <a:xfrm>
            <a:off x="6062472" y="117043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062472" y="15087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062472" y="1810512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F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avec filtres et taux de correspondance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296912" y="1764792"/>
            <a:ext cx="201168" cy="45720"/>
          </a:xfrm>
          <a:prstGeom prst="rect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36" name="Shape 34"/>
          <p:cNvSpPr/>
          <p:nvPr/>
        </p:nvSpPr>
        <p:spPr>
          <a:xfrm>
            <a:off x="7498080" y="1143000"/>
            <a:ext cx="1234440" cy="13716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37" name="Text 35"/>
          <p:cNvSpPr/>
          <p:nvPr/>
        </p:nvSpPr>
        <p:spPr>
          <a:xfrm>
            <a:off x="7498080" y="117043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498080" y="15087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498080" y="1810512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CCF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humaine </a:t>
            </a:r>
            <a:r>
              <a:rPr lang="en-US" sz="850" dirty="0">
                <a:solidFill>
                  <a:srgbClr val="CCF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mise à jour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65760" y="272491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 CORRESPONDANCE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5760" y="2980944"/>
            <a:ext cx="8412480" cy="36576"/>
          </a:xfrm>
          <a:prstGeom prst="rect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297170"/>
              </p:ext>
            </p:extLst>
          </p:nvPr>
        </p:nvGraphicFramePr>
        <p:xfrm>
          <a:off x="365760" y="3054096"/>
          <a:ext cx="8412480" cy="1536192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N°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Champs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 err="1">
                          <a:solidFill>
                            <a:srgbClr val="1B2A4A"/>
                          </a:solidFill>
                        </a:rPr>
                        <a:t>Numéro</a:t>
                      </a:r>
                      <a:r>
                        <a:rPr lang="en-US" sz="900" b="1" dirty="0">
                          <a:solidFill>
                            <a:srgbClr val="1B2A4A"/>
                          </a:solidFill>
                        </a:rPr>
                        <a:t> </a:t>
                      </a:r>
                      <a:r>
                        <a:rPr lang="en-US" sz="900" b="1" dirty="0" err="1">
                          <a:solidFill>
                            <a:srgbClr val="1B2A4A"/>
                          </a:solidFill>
                        </a:rPr>
                        <a:t>d’identification</a:t>
                      </a:r>
                      <a:r>
                        <a:rPr lang="en-US" sz="900" b="1" dirty="0">
                          <a:solidFill>
                            <a:srgbClr val="1B2A4A"/>
                          </a:solidFill>
                        </a:rPr>
                        <a:t> </a:t>
                      </a:r>
                      <a:r>
                        <a:rPr lang="en-US" sz="900" b="1" dirty="0" err="1">
                          <a:solidFill>
                            <a:srgbClr val="1B2A4A"/>
                          </a:solidFill>
                        </a:rPr>
                        <a:t>nationale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</a:rPr>
                        <a:t>100 %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</a:rPr>
                        <a:t>Nom et </a:t>
                      </a:r>
                      <a:r>
                        <a:rPr lang="en-US" sz="900" b="1" dirty="0" err="1">
                          <a:solidFill>
                            <a:srgbClr val="1B2A4A"/>
                          </a:solidFill>
                        </a:rPr>
                        <a:t>Prénoms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/>
                        <a:t>35 %</a:t>
                      </a: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</a:rPr>
                        <a:t>Date de naissance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</a:rPr>
                        <a:t>35 %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</a:rPr>
                        <a:t>Lieu de naissance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</a:rPr>
                        <a:t>15 %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</a:rPr>
                        <a:t>Pays de naissance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</a:rPr>
                        <a:t>15 %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3" name="Shape 4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44" name="Text 41"/>
          <p:cNvSpPr/>
          <p:nvPr/>
        </p:nvSpPr>
        <p:spPr>
          <a:xfrm>
            <a:off x="6400800" y="4892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8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</a:t>
            </a: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BOA Group | </a:t>
            </a:r>
            <a:r>
              <a:rPr lang="en-US" sz="8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</a:t>
            </a: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endParaRPr lang="en-US" sz="800" dirty="0">
              <a:solidFill>
                <a:srgbClr val="8888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45" name="Image 25">
            <a:extLst>
              <a:ext uri="{FF2B5EF4-FFF2-40B4-BE49-F238E27FC236}">
                <a16:creationId xmlns:a16="http://schemas.microsoft.com/office/drawing/2014/main" id="{DA4001BE-8A22-81AA-3133-5677396AA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711" y="0"/>
            <a:ext cx="2331289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371600"/>
            <a:ext cx="3657600" cy="4572000"/>
          </a:xfrm>
          <a:prstGeom prst="ellipse">
            <a:avLst/>
          </a:prstGeom>
          <a:solidFill>
            <a:srgbClr val="C8E6C9">
              <a:alpha val="20000"/>
            </a:srgbClr>
          </a:solidFill>
          <a:ln w="12700">
            <a:solidFill>
              <a:srgbClr val="C8E6C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Shape 1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>
              <a:alpha val="15000"/>
            </a:srgbClr>
          </a:solidFill>
          <a:ln w="12700">
            <a:solidFill>
              <a:srgbClr val="C8E6C9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5" name="Text 3"/>
          <p:cNvSpPr/>
          <p:nvPr/>
        </p:nvSpPr>
        <p:spPr>
          <a:xfrm>
            <a:off x="7790688" y="36576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OF AFRICA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90688" y="246888"/>
            <a:ext cx="13350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BMCE GROUP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8" name="Text 6"/>
          <p:cNvSpPr/>
          <p:nvPr/>
        </p:nvSpPr>
        <p:spPr>
          <a:xfrm>
            <a:off x="274320" y="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 PHASES DE DÉPLOIEMENT ET CHARGE</a:t>
            </a:r>
            <a:r>
              <a:rPr lang="en-US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4320" y="103924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DE DÉPLOIEMENT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286134"/>
            <a:ext cx="8412480" cy="36576"/>
          </a:xfrm>
          <a:prstGeom prst="rect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11" name="Shape 9"/>
          <p:cNvSpPr/>
          <p:nvPr/>
        </p:nvSpPr>
        <p:spPr>
          <a:xfrm>
            <a:off x="274320" y="1432438"/>
            <a:ext cx="292608" cy="548640"/>
          </a:xfrm>
          <a:prstGeom prst="rect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12" name="Text 10"/>
          <p:cNvSpPr/>
          <p:nvPr/>
        </p:nvSpPr>
        <p:spPr>
          <a:xfrm>
            <a:off x="274320" y="1432438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" y="143243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1792" y="167932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besoin, périmètre et champs cibles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606040" y="1432438"/>
            <a:ext cx="1920240" cy="548640"/>
          </a:xfrm>
          <a:prstGeom prst="rect">
            <a:avLst/>
          </a:prstGeom>
          <a:solidFill>
            <a:srgbClr val="F0F7F4"/>
          </a:solidFill>
          <a:ln w="3810">
            <a:solidFill>
              <a:srgbClr val="009A5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Note de cadrage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2127382"/>
            <a:ext cx="292608" cy="548640"/>
          </a:xfrm>
          <a:prstGeom prst="rect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17" name="Text 15"/>
          <p:cNvSpPr/>
          <p:nvPr/>
        </p:nvSpPr>
        <p:spPr>
          <a:xfrm>
            <a:off x="274320" y="2127382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" y="212738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1792" y="237427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modèle de données, matching et écrans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606040" y="2127382"/>
            <a:ext cx="1920240" cy="548640"/>
          </a:xfrm>
          <a:prstGeom prst="rect">
            <a:avLst/>
          </a:prstGeom>
          <a:solidFill>
            <a:srgbClr val="F0F7F4"/>
          </a:solidFill>
          <a:ln w="3810">
            <a:solidFill>
              <a:srgbClr val="009A5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Spécifications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2822326"/>
            <a:ext cx="292608" cy="548640"/>
          </a:xfrm>
          <a:prstGeom prst="rect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22" name="Text 20"/>
          <p:cNvSpPr/>
          <p:nvPr/>
        </p:nvSpPr>
        <p:spPr>
          <a:xfrm>
            <a:off x="274320" y="2822326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" y="282232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" y="306921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import, extraction et normalisation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606040" y="2822326"/>
            <a:ext cx="1920240" cy="548640"/>
          </a:xfrm>
          <a:prstGeom prst="rect">
            <a:avLst/>
          </a:prstGeom>
          <a:solidFill>
            <a:srgbClr val="F0F7F4"/>
          </a:solidFill>
          <a:ln w="3810">
            <a:solidFill>
              <a:srgbClr val="009A5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Module technique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" y="3517270"/>
            <a:ext cx="292608" cy="548640"/>
          </a:xfrm>
          <a:prstGeom prst="rect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27" name="Text 25"/>
          <p:cNvSpPr/>
          <p:nvPr/>
        </p:nvSpPr>
        <p:spPr>
          <a:xfrm>
            <a:off x="274320" y="351727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" y="351727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&amp; Interface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" y="376415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correspondances, filtres et export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606040" y="3517270"/>
            <a:ext cx="1920240" cy="548640"/>
          </a:xfrm>
          <a:prstGeom prst="rect">
            <a:avLst/>
          </a:prstGeom>
          <a:solidFill>
            <a:srgbClr val="F0F7F4"/>
          </a:solidFill>
          <a:ln w="3810">
            <a:solidFill>
              <a:srgbClr val="009A5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Écran SCREENING KYC ID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617720" y="1432438"/>
            <a:ext cx="292608" cy="548640"/>
          </a:xfrm>
          <a:prstGeom prst="rect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32" name="Text 30"/>
          <p:cNvSpPr/>
          <p:nvPr/>
        </p:nvSpPr>
        <p:spPr>
          <a:xfrm>
            <a:off x="4617720" y="1432438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65192" y="143243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65192" y="167932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fonctions, droits et volumétrie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949440" y="1432438"/>
            <a:ext cx="1920240" cy="548640"/>
          </a:xfrm>
          <a:prstGeom prst="rect">
            <a:avLst/>
          </a:prstGeom>
          <a:solidFill>
            <a:srgbClr val="F0F7F4"/>
          </a:solidFill>
          <a:ln w="3810">
            <a:solidFill>
              <a:srgbClr val="009A5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Tests d'imports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617720" y="2127382"/>
            <a:ext cx="292608" cy="5486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37" name="Text 35"/>
          <p:cNvSpPr/>
          <p:nvPr/>
        </p:nvSpPr>
        <p:spPr>
          <a:xfrm>
            <a:off x="4617720" y="2127382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65192" y="212738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Recette métier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965192" y="237427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sur dossiers réels ou échantillon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949440" y="2127382"/>
            <a:ext cx="1920240" cy="548640"/>
          </a:xfrm>
          <a:prstGeom prst="rect">
            <a:avLst/>
          </a:prstGeom>
          <a:solidFill>
            <a:srgbClr val="F0F7F4"/>
          </a:solidFill>
          <a:ln w="3810">
            <a:solidFill>
              <a:srgbClr val="009A5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PV recette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617720" y="2822326"/>
            <a:ext cx="292608" cy="5486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42" name="Text 40"/>
          <p:cNvSpPr/>
          <p:nvPr/>
        </p:nvSpPr>
        <p:spPr>
          <a:xfrm>
            <a:off x="4617720" y="2822326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965192" y="282232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965192" y="306921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Former, déployer et suivre un périmètre pilote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949440" y="2822326"/>
            <a:ext cx="1920240" cy="548640"/>
          </a:xfrm>
          <a:prstGeom prst="rect">
            <a:avLst/>
          </a:prstGeom>
          <a:solidFill>
            <a:srgbClr val="F0F7F4"/>
          </a:solidFill>
          <a:ln w="3810">
            <a:solidFill>
              <a:srgbClr val="009A5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Go-live pilote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617720" y="3517270"/>
            <a:ext cx="292608" cy="5486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47" name="Text 45"/>
          <p:cNvSpPr/>
          <p:nvPr/>
        </p:nvSpPr>
        <p:spPr>
          <a:xfrm>
            <a:off x="4617720" y="351727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965192" y="351727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965192" y="376415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Étendre progressivement après stabilisation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949440" y="3517270"/>
            <a:ext cx="1920240" cy="548640"/>
          </a:xfrm>
          <a:prstGeom prst="rect">
            <a:avLst/>
          </a:prstGeom>
          <a:solidFill>
            <a:srgbClr val="F0F7F4"/>
          </a:solidFill>
          <a:ln w="3810">
            <a:solidFill>
              <a:srgbClr val="009A5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Go-live officiel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74320" y="4239646"/>
            <a:ext cx="8412480" cy="36576"/>
          </a:xfrm>
          <a:prstGeom prst="rect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71" name="Shape 6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72" name="Text 70"/>
          <p:cNvSpPr/>
          <p:nvPr/>
        </p:nvSpPr>
        <p:spPr>
          <a:xfrm>
            <a:off x="6400800" y="4892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8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</a:t>
            </a: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BOA Group | </a:t>
            </a:r>
            <a:r>
              <a:rPr lang="en-US" sz="8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</a:t>
            </a: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endParaRPr lang="en-US" sz="800" dirty="0">
              <a:solidFill>
                <a:srgbClr val="8888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73" name="Image 25">
            <a:extLst>
              <a:ext uri="{FF2B5EF4-FFF2-40B4-BE49-F238E27FC236}">
                <a16:creationId xmlns:a16="http://schemas.microsoft.com/office/drawing/2014/main" id="{C9FDC29D-8EA0-0C00-22EE-46F17106E1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711" y="0"/>
            <a:ext cx="2331289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371600"/>
            <a:ext cx="3657600" cy="4572000"/>
          </a:xfrm>
          <a:prstGeom prst="ellipse">
            <a:avLst/>
          </a:prstGeom>
          <a:solidFill>
            <a:srgbClr val="C8E6C9">
              <a:alpha val="20000"/>
            </a:srgbClr>
          </a:solidFill>
          <a:ln w="12700">
            <a:solidFill>
              <a:srgbClr val="C8E6C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Shape 1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>
              <a:alpha val="15000"/>
            </a:srgbClr>
          </a:solidFill>
          <a:ln w="12700">
            <a:solidFill>
              <a:srgbClr val="C8E6C9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5" name="Text 3"/>
          <p:cNvSpPr/>
          <p:nvPr/>
        </p:nvSpPr>
        <p:spPr>
          <a:xfrm>
            <a:off x="7790688" y="36576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OF AFRICA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90688" y="246888"/>
            <a:ext cx="13350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BMCE GROUP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8" name="Text 6"/>
          <p:cNvSpPr/>
          <p:nvPr/>
        </p:nvSpPr>
        <p:spPr>
          <a:xfrm>
            <a:off x="274320" y="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 CONDITIONS DE RÉUSSITE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7315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CLÉS POUR LE SUCCÈS DU PROJET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11" name="Shape 9"/>
          <p:cNvSpPr/>
          <p:nvPr/>
        </p:nvSpPr>
        <p:spPr>
          <a:xfrm>
            <a:off x="365760" y="1097280"/>
            <a:ext cx="2560320" cy="2651760"/>
          </a:xfrm>
          <a:prstGeom prst="rect">
            <a:avLst/>
          </a:prstGeom>
          <a:solidFill>
            <a:srgbClr val="F5F5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12" name="Shape 10"/>
          <p:cNvSpPr/>
          <p:nvPr/>
        </p:nvSpPr>
        <p:spPr>
          <a:xfrm>
            <a:off x="365760" y="1097280"/>
            <a:ext cx="2560320" cy="292608"/>
          </a:xfrm>
          <a:prstGeom prst="rect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13" name="Text 11"/>
          <p:cNvSpPr/>
          <p:nvPr/>
        </p:nvSpPr>
        <p:spPr>
          <a:xfrm>
            <a:off x="365760" y="10972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14447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Échantillons représentatifs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1901952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Disposer d'échantillons de documents représentatifs avant le lancement du projet.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0" y="1097280"/>
            <a:ext cx="2560320" cy="2651760"/>
          </a:xfrm>
          <a:prstGeom prst="rect">
            <a:avLst/>
          </a:prstGeom>
          <a:solidFill>
            <a:srgbClr val="F5F5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17" name="Shape 15"/>
          <p:cNvSpPr/>
          <p:nvPr/>
        </p:nvSpPr>
        <p:spPr>
          <a:xfrm>
            <a:off x="3200400" y="1097280"/>
            <a:ext cx="2560320" cy="29260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18" name="Text 16"/>
          <p:cNvSpPr/>
          <p:nvPr/>
        </p:nvSpPr>
        <p:spPr>
          <a:xfrm>
            <a:off x="3200400" y="10972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14447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champs KYC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91840" y="1901952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clairement les champs KYC à compléter et les règles de rapprochement.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35040" y="1097280"/>
            <a:ext cx="2560320" cy="2651760"/>
          </a:xfrm>
          <a:prstGeom prst="rect">
            <a:avLst/>
          </a:prstGeom>
          <a:solidFill>
            <a:srgbClr val="F5F5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22" name="Shape 20"/>
          <p:cNvSpPr/>
          <p:nvPr/>
        </p:nvSpPr>
        <p:spPr>
          <a:xfrm>
            <a:off x="6035040" y="1097280"/>
            <a:ext cx="2560320" cy="292608"/>
          </a:xfrm>
          <a:prstGeom prst="rect">
            <a:avLst/>
          </a:prstGeom>
          <a:solidFill>
            <a:srgbClr val="00B0F0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23" name="Text 21"/>
          <p:cNvSpPr/>
          <p:nvPr/>
        </p:nvSpPr>
        <p:spPr>
          <a:xfrm>
            <a:off x="6035040" y="10972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26480" y="14447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humaine </a:t>
            </a: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systématique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26480" y="1901952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Maintenir 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</a:t>
            </a:r>
            <a:r>
              <a:rPr lang="en-US" sz="10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humaine 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toute correction définitive dans le référentiel.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3886200"/>
            <a:ext cx="3931920" cy="777240"/>
          </a:xfrm>
          <a:prstGeom prst="rect">
            <a:avLst/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27" name="Shape 25"/>
          <p:cNvSpPr/>
          <p:nvPr/>
        </p:nvSpPr>
        <p:spPr>
          <a:xfrm>
            <a:off x="365760" y="3886200"/>
            <a:ext cx="438912" cy="7772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28" name="Text 26"/>
          <p:cNvSpPr/>
          <p:nvPr/>
        </p:nvSpPr>
        <p:spPr>
          <a:xfrm>
            <a:off x="365760" y="3886200"/>
            <a:ext cx="4389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77824" y="394106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Encadrement des accès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77824" y="4187952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Encadrer les exports et les accès compte tenu de la sensibilité des données personnelles traitées.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3886200"/>
            <a:ext cx="3931920" cy="777240"/>
          </a:xfrm>
          <a:prstGeom prst="rect">
            <a:avLst/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32" name="Shape 30"/>
          <p:cNvSpPr/>
          <p:nvPr/>
        </p:nvSpPr>
        <p:spPr>
          <a:xfrm>
            <a:off x="4754880" y="3886200"/>
            <a:ext cx="438912" cy="777240"/>
          </a:xfrm>
          <a:prstGeom prst="rect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33" name="Text 31"/>
          <p:cNvSpPr/>
          <p:nvPr/>
        </p:nvSpPr>
        <p:spPr>
          <a:xfrm>
            <a:off x="4754880" y="3886200"/>
            <a:ext cx="4389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66944" y="394106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des résultats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66944" y="4187952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le taux de correspondance et le gain de complétude après la phase pilote pour décider de la généralisation.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37" name="Text 35"/>
          <p:cNvSpPr/>
          <p:nvPr/>
        </p:nvSpPr>
        <p:spPr>
          <a:xfrm>
            <a:off x="6400800" y="4892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8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</a:t>
            </a: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BOA Group | </a:t>
            </a:r>
            <a:r>
              <a:rPr lang="en-US" sz="8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</a:t>
            </a: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endParaRPr lang="en-US" sz="800" dirty="0">
              <a:solidFill>
                <a:srgbClr val="8888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38" name="Image 25">
            <a:extLst>
              <a:ext uri="{FF2B5EF4-FFF2-40B4-BE49-F238E27FC236}">
                <a16:creationId xmlns:a16="http://schemas.microsoft.com/office/drawing/2014/main" id="{68003079-3FFC-F1B3-00D6-B80843F8C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711" y="0"/>
            <a:ext cx="2331289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371600"/>
            <a:ext cx="3657600" cy="4572000"/>
          </a:xfrm>
          <a:prstGeom prst="ellipse">
            <a:avLst/>
          </a:prstGeom>
          <a:solidFill>
            <a:srgbClr val="C8E6C9">
              <a:alpha val="20000"/>
            </a:srgbClr>
          </a:solidFill>
          <a:ln w="12700">
            <a:solidFill>
              <a:srgbClr val="C8E6C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Shape 1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>
              <a:alpha val="15000"/>
            </a:srgbClr>
          </a:solidFill>
          <a:ln w="12700">
            <a:solidFill>
              <a:srgbClr val="C8E6C9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5" name="Text 3"/>
          <p:cNvSpPr/>
          <p:nvPr/>
        </p:nvSpPr>
        <p:spPr>
          <a:xfrm>
            <a:off x="7790688" y="36576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OF AFRICA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90688" y="246888"/>
            <a:ext cx="13350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BMCE GROUP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8" name="Text 6"/>
          <p:cNvSpPr/>
          <p:nvPr/>
        </p:nvSpPr>
        <p:spPr>
          <a:xfrm>
            <a:off x="274320" y="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 DÉTAILS DES TRAVAUX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7132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DES PRINCIPALES ACTIONS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960120"/>
            <a:ext cx="8412480" cy="36576"/>
          </a:xfrm>
          <a:prstGeom prst="rect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11" name="Shape 9"/>
          <p:cNvSpPr/>
          <p:nvPr/>
        </p:nvSpPr>
        <p:spPr>
          <a:xfrm>
            <a:off x="365760" y="1097280"/>
            <a:ext cx="8412480" cy="566928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2" name="Shape 10"/>
          <p:cNvSpPr/>
          <p:nvPr/>
        </p:nvSpPr>
        <p:spPr>
          <a:xfrm>
            <a:off x="457200" y="1152144"/>
            <a:ext cx="457200" cy="457200"/>
          </a:xfrm>
          <a:prstGeom prst="ellipse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13" name="Text 11"/>
          <p:cNvSpPr/>
          <p:nvPr/>
        </p:nvSpPr>
        <p:spPr>
          <a:xfrm>
            <a:off x="457200" y="1152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1133856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du besoin, validation du périmètre et des champs KYC cibles avec les équipes Conformité et Qualité.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755648"/>
            <a:ext cx="841248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6" name="Shape 14"/>
          <p:cNvSpPr/>
          <p:nvPr/>
        </p:nvSpPr>
        <p:spPr>
          <a:xfrm>
            <a:off x="457200" y="1810512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17" name="Text 15"/>
          <p:cNvSpPr/>
          <p:nvPr/>
        </p:nvSpPr>
        <p:spPr>
          <a:xfrm>
            <a:off x="457200" y="1810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1792224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du modèle de données, des règles de matching et des maquettes d'interface.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414016"/>
            <a:ext cx="8412480" cy="566928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20" name="Shape 18"/>
          <p:cNvSpPr/>
          <p:nvPr/>
        </p:nvSpPr>
        <p:spPr>
          <a:xfrm>
            <a:off x="457200" y="2468880"/>
            <a:ext cx="457200" cy="457200"/>
          </a:xfrm>
          <a:prstGeom prst="ellipse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21" name="Text 19"/>
          <p:cNvSpPr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2450592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du module d'import documentaire, d'extraction et de normalisation des champs.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072384"/>
            <a:ext cx="841248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24" name="Shape 22"/>
          <p:cNvSpPr/>
          <p:nvPr/>
        </p:nvSpPr>
        <p:spPr>
          <a:xfrm>
            <a:off x="457200" y="3127248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25" name="Text 23"/>
          <p:cNvSpPr/>
          <p:nvPr/>
        </p:nvSpPr>
        <p:spPr>
          <a:xfrm>
            <a:off x="457200" y="3127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310896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place du moteur de rapprochement KYC PP et de l'interface de restitution avec filtres et export CSV.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730752"/>
            <a:ext cx="8412480" cy="566928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28" name="Shape 26"/>
          <p:cNvSpPr/>
          <p:nvPr/>
        </p:nvSpPr>
        <p:spPr>
          <a:xfrm>
            <a:off x="457200" y="3785616"/>
            <a:ext cx="457200" cy="457200"/>
          </a:xfrm>
          <a:prstGeom prst="ellipse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29" name="Text 27"/>
          <p:cNvSpPr/>
          <p:nvPr/>
        </p:nvSpPr>
        <p:spPr>
          <a:xfrm>
            <a:off x="457200" y="3785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05840" y="3767328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fonctionnels, de droits d'accès et de volumétrie ; recette métier sur dossiers réels.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389120"/>
            <a:ext cx="841248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2" name="Shape 30"/>
          <p:cNvSpPr/>
          <p:nvPr/>
        </p:nvSpPr>
        <p:spPr>
          <a:xfrm>
            <a:off x="457200" y="4443984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33" name="Text 31"/>
          <p:cNvSpPr/>
          <p:nvPr/>
        </p:nvSpPr>
        <p:spPr>
          <a:xfrm>
            <a:off x="457200" y="4443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05840" y="4425696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pilote, formation des utilisateurs et suivi des indicateurs de complétude KYC.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36" name="Text 34"/>
          <p:cNvSpPr/>
          <p:nvPr/>
        </p:nvSpPr>
        <p:spPr>
          <a:xfrm>
            <a:off x="6400800" y="4892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8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</a:t>
            </a: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BOA Group | </a:t>
            </a:r>
            <a:r>
              <a:rPr lang="en-US" sz="8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</a:t>
            </a: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endParaRPr lang="en-US" sz="800" dirty="0">
              <a:solidFill>
                <a:srgbClr val="8888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37" name="Image 25">
            <a:extLst>
              <a:ext uri="{FF2B5EF4-FFF2-40B4-BE49-F238E27FC236}">
                <a16:creationId xmlns:a16="http://schemas.microsoft.com/office/drawing/2014/main" id="{0D8CB0AE-6EBD-37CE-FB76-4AC5EB6FA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711" y="0"/>
            <a:ext cx="2331289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9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371600"/>
            <a:ext cx="3657600" cy="4572000"/>
          </a:xfrm>
          <a:prstGeom prst="ellipse">
            <a:avLst/>
          </a:prstGeom>
          <a:solidFill>
            <a:srgbClr val="00C060">
              <a:alpha val="40000"/>
            </a:srgbClr>
          </a:solidFill>
          <a:ln w="12700">
            <a:solidFill>
              <a:srgbClr val="00C06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Shape 1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00C060">
              <a:alpha val="30000"/>
            </a:srgbClr>
          </a:solidFill>
          <a:ln w="12700">
            <a:solidFill>
              <a:srgbClr val="00C06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7" name="Text 5"/>
          <p:cNvSpPr/>
          <p:nvPr/>
        </p:nvSpPr>
        <p:spPr>
          <a:xfrm>
            <a:off x="914400" y="137160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kern="0" spc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914400" y="2834640"/>
            <a:ext cx="5029200" cy="548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F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KYC ID — Conformité BOA Group | Pôle Projet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5204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Juin 2026</a:t>
            </a:r>
            <a:endParaRPr lang="en-US" sz="1000" dirty="0"/>
          </a:p>
        </p:txBody>
      </p:sp>
      <p:pic>
        <p:nvPicPr>
          <p:cNvPr id="11" name="Image 25">
            <a:extLst>
              <a:ext uri="{FF2B5EF4-FFF2-40B4-BE49-F238E27FC236}">
                <a16:creationId xmlns:a16="http://schemas.microsoft.com/office/drawing/2014/main" id="{70E06CBE-F4AD-C51F-32F9-B41BF6286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711" y="0"/>
            <a:ext cx="2331289" cy="566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803</Words>
  <Application>Microsoft Office PowerPoint</Application>
  <PresentationFormat>Affichage à l'écran (16:9)</PresentationFormat>
  <Paragraphs>179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Screening KYC ID – Fiche Projet</dc:title>
  <dc:subject>PptxGenJS Presentation</dc:subject>
  <dc:creator>PptxGenJS</dc:creator>
  <cp:lastModifiedBy>Mamadou Fallou Sylla</cp:lastModifiedBy>
  <cp:revision>2</cp:revision>
  <dcterms:created xsi:type="dcterms:W3CDTF">2026-05-21T14:51:05Z</dcterms:created>
  <dcterms:modified xsi:type="dcterms:W3CDTF">2026-06-10T16:05:49Z</dcterms:modified>
</cp:coreProperties>
</file>